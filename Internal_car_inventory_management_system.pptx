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1" r:id="rId1"/>
  </p:sldMasterIdLst>
  <p:notesMasterIdLst>
    <p:notesMasterId r:id="rId113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340" r:id="rId85"/>
    <p:sldId id="341" r:id="rId86"/>
    <p:sldId id="342" r:id="rId87"/>
    <p:sldId id="343" r:id="rId88"/>
    <p:sldId id="344" r:id="rId89"/>
    <p:sldId id="345" r:id="rId90"/>
    <p:sldId id="346" r:id="rId91"/>
    <p:sldId id="347" r:id="rId92"/>
    <p:sldId id="348" r:id="rId93"/>
    <p:sldId id="349" r:id="rId94"/>
    <p:sldId id="350" r:id="rId95"/>
    <p:sldId id="351" r:id="rId96"/>
    <p:sldId id="352" r:id="rId97"/>
    <p:sldId id="353" r:id="rId98"/>
    <p:sldId id="354" r:id="rId99"/>
    <p:sldId id="355" r:id="rId100"/>
    <p:sldId id="356" r:id="rId101"/>
    <p:sldId id="357" r:id="rId102"/>
    <p:sldId id="358" r:id="rId103"/>
    <p:sldId id="359" r:id="rId104"/>
    <p:sldId id="360" r:id="rId105"/>
    <p:sldId id="361" r:id="rId106"/>
    <p:sldId id="362" r:id="rId107"/>
    <p:sldId id="363" r:id="rId108"/>
    <p:sldId id="364" r:id="rId109"/>
    <p:sldId id="365" r:id="rId110"/>
    <p:sldId id="366" r:id="rId111"/>
    <p:sldId id="367" r:id="rId1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125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02EF1F-DF29-4CAF-8C52-93E45D9EDB0A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DB539-CC28-467C-AC85-A19B4DC8F17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7150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3A926-3A79-9BAA-C36D-F245352B0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889465-24E6-A4D1-8C89-109AF39E75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4F75A-27C7-6775-088D-3694BB954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FA6B6-FBF9-7FFB-70D7-1EC4A406A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202AD-4CAE-24A0-A171-D3D8FADDE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3959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B7039-E457-8656-DAF0-BBCF5DB2E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FC724-F340-8285-AE20-C58A3782B9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AD941-48A1-8808-407F-56D0E307A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0597C-400A-6A4F-F555-BBCC2BB00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D19AD-B792-BF51-2EB3-276613259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151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E41CD-3B4A-AA36-130C-7FA999CFC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FCBC1-6643-67D1-0782-85F46B0784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6EBE9-32FA-E6C8-CCC8-22CE0BC57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8C9F14-5146-670D-DFA5-5753AF482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2684B0-2EAD-0A27-AEF4-49BA3211F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5055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1C4D6-556F-FFC9-C280-B445A9F2A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B354A-E36F-C55D-1277-D3BCF97DC5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C5233C-7E57-D132-2A5D-5E95EA7CB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617173-6D41-A127-974F-D0B6364FF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EBCC3-10FB-1EF2-F9EB-2F4E26A42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32E8BD-28C4-2036-7BC2-CE1EF0F15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8423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57FD6-4A80-140F-EBBF-1A58850C5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F0304-4A69-8A62-8653-EDB091B2F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B97590-CE0A-1650-7711-E0927C592F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10BAC-5EB3-0B87-4F1A-1F61BC82E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D1E5CC-2F2C-C569-0914-553B2CC2AA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A9D2CE-EF35-F4E2-BAE3-C90011355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F98368-8BB3-A1F3-328F-C636907B0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BDFA26-6F15-AEE1-9FB1-901DDA254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698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868A5-35DE-35ED-73D1-66EF0CB4D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FB69E9-B8B9-572B-5692-9067766E8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97FFB-78A7-DBB1-2D6D-72C10DC31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5DAABA-9A2B-C00C-90E4-BC007E96D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8888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454360-1CE1-DC6D-6C96-54A555704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AD10A8-D1C8-D3B6-B38E-FB2720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3BB83-4DA8-B185-1895-C630D32EC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2873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B4667-B08C-E363-05AD-7B5B1957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CDEFF-5073-E06C-5601-11A0430C4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C2B20C-A2BB-C918-9D17-D2A4DB2B05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9F0EC3-6B2B-BE2A-76C6-8EE78197D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771B29-A832-D115-6CC0-E4F893A9D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B0662-7B91-609F-D036-6E9CD26B2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0430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E97A-A3AA-662B-2194-D8C41B917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2A446C-7CF5-EA7B-4C99-F05D8696AB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2BBE6C-B445-4889-20E2-58935466F9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43D58-2F84-555D-BAD1-C1B1A0C00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5C51B3-BB93-F8A4-4469-2AB65E6BC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EF472B-AF21-123E-E2FE-2F8A4CC40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180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B5DC-FB3D-5772-53C3-C6AB2FE34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670383-B078-3E47-6150-EA06BE0BC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C3874-1E65-02A9-4270-F0B1D6D80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519D5-F747-8BAE-B498-CEFC1393D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161AA-A5A4-DDC9-0908-676CEE7C2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9625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B94A7F-69AD-9D62-8130-7FC0B72290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DA2F4A-26A3-679D-4C42-4653BCB546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3DF0FA-D283-707E-1F27-E7F1DE100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602B4-2047-560B-284A-134B9ED6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D7B2B-6D1C-CAF1-66E9-37D54C6C1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2901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321E0-3B84-5036-DB56-52F5F1A48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7D717-2574-2300-1F1A-3047930D1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FE234-B8DE-39FF-7B8F-70FBE0CFB5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F14971-9162-4737-9255-704D824A7ACE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A5CC1-F334-1042-3B53-0897FEE2B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4C90D-CCC8-E6EB-E199-ED31D524D2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3E0CDB-87D1-4D0C-A387-602DC202A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6690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291;p1">
            <a:extLst>
              <a:ext uri="{FF2B5EF4-FFF2-40B4-BE49-F238E27FC236}">
                <a16:creationId xmlns:a16="http://schemas.microsoft.com/office/drawing/2014/main" id="{3EFD0658-CF1A-1BEA-6A52-A61E2527F94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60285" y="118449"/>
            <a:ext cx="2743200" cy="137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92;p1">
            <a:extLst>
              <a:ext uri="{FF2B5EF4-FFF2-40B4-BE49-F238E27FC236}">
                <a16:creationId xmlns:a16="http://schemas.microsoft.com/office/drawing/2014/main" id="{C22C2892-F084-4B6A-E509-FBDCBFC99C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72111" y="170222"/>
            <a:ext cx="1384300" cy="1295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93;p1">
            <a:extLst>
              <a:ext uri="{FF2B5EF4-FFF2-40B4-BE49-F238E27FC236}">
                <a16:creationId xmlns:a16="http://schemas.microsoft.com/office/drawing/2014/main" id="{29594319-EA68-00E0-36DC-638E74B75151}"/>
              </a:ext>
            </a:extLst>
          </p:cNvPr>
          <p:cNvSpPr txBox="1"/>
          <p:nvPr/>
        </p:nvSpPr>
        <p:spPr>
          <a:xfrm>
            <a:off x="2453480" y="-72051"/>
            <a:ext cx="7285037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>
                <a:srgbClr val="000000"/>
              </a:buClr>
              <a:buSzPts val="1200"/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Sarvajanik Education Society</a:t>
            </a:r>
            <a:b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</a:b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      Sarvajanik College of Engineering &amp; Technology, Surat.</a:t>
            </a:r>
            <a:b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</a:b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Department of Computer Applications </a:t>
            </a:r>
            <a:b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</a:b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Academic Year: 2025– 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Google Shape;294;p1">
            <a:extLst>
              <a:ext uri="{FF2B5EF4-FFF2-40B4-BE49-F238E27FC236}">
                <a16:creationId xmlns:a16="http://schemas.microsoft.com/office/drawing/2014/main" id="{417DAFD9-A482-1AF4-E560-3F1FF94518ED}"/>
              </a:ext>
            </a:extLst>
          </p:cNvPr>
          <p:cNvSpPr txBox="1"/>
          <p:nvPr/>
        </p:nvSpPr>
        <p:spPr>
          <a:xfrm>
            <a:off x="3109451" y="1490049"/>
            <a:ext cx="685800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>
                <a:srgbClr val="000000"/>
              </a:buClr>
              <a:buSzPts val="2000"/>
            </a:pPr>
            <a:endParaRPr lang="en-US"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rgbClr val="000000"/>
              </a:buClr>
              <a:buSzPts val="2000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 Project On</a:t>
            </a:r>
            <a:endParaRPr lang="en-US"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rgbClr val="000000"/>
              </a:buClr>
              <a:buSzPts val="2000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“Car Inventory Management System”</a:t>
            </a:r>
            <a:endParaRPr lang="en-US"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chemeClr val="dk1"/>
              </a:buClr>
              <a:buSzPts val="1400"/>
            </a:pPr>
            <a:endParaRPr lang="en-US"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chemeClr val="dk1"/>
              </a:buClr>
              <a:buSzPts val="1400"/>
            </a:pPr>
            <a:endParaRPr lang="en-IN"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rgbClr val="000000"/>
              </a:buClr>
              <a:buSzPts val="2000"/>
            </a:pPr>
            <a:endParaRPr lang="en-US"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rgbClr val="000000"/>
              </a:buClr>
              <a:buSzPts val="2000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Presented By : </a:t>
            </a:r>
          </a:p>
          <a:p>
            <a:pPr algn="ctr">
              <a:buClr>
                <a:srgbClr val="000000"/>
              </a:buClr>
              <a:buSzPts val="2000"/>
            </a:pPr>
            <a:endParaRPr lang="en-US" sz="20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rgbClr val="000000"/>
              </a:buClr>
              <a:buSzPts val="2000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	Tushit Maisuriya ( 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ET25MTCA097 )</a:t>
            </a:r>
            <a:endParaRPr lang="en-IN"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rgbClr val="000000"/>
              </a:buClr>
              <a:buSzPts val="20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Dhruvinsinh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Solanki 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( ET25MTCA130 )</a:t>
            </a:r>
          </a:p>
          <a:p>
            <a:pPr algn="ctr">
              <a:buClr>
                <a:srgbClr val="000000"/>
              </a:buClr>
              <a:buSzPts val="2000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	Jevil Patel ( 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ET25MTCA106 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)</a:t>
            </a:r>
          </a:p>
          <a:p>
            <a:pPr algn="ctr">
              <a:buClr>
                <a:schemeClr val="dk1"/>
              </a:buClr>
              <a:buSzPts val="1400"/>
            </a:pPr>
            <a:endParaRPr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chemeClr val="dk1"/>
              </a:buClr>
              <a:buSzPts val="1400"/>
            </a:pPr>
            <a:endParaRPr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rgbClr val="262626"/>
              </a:buClr>
              <a:buSzPts val="1800"/>
            </a:pPr>
            <a:r>
              <a:rPr lang="en-US" dirty="0">
                <a:solidFill>
                  <a:srgbClr val="262626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MCA </a:t>
            </a:r>
            <a:r>
              <a:rPr lang="en-US" b="1" dirty="0">
                <a:solidFill>
                  <a:srgbClr val="262626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| </a:t>
            </a:r>
            <a:r>
              <a:rPr lang="en-US" dirty="0">
                <a:solidFill>
                  <a:srgbClr val="262626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Sem-1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buClr>
                <a:schemeClr val="dk1"/>
              </a:buClr>
              <a:buSzPts val="1800"/>
            </a:pPr>
            <a:endParaRPr lang="en-IN" b="1" dirty="0">
              <a:solidFill>
                <a:srgbClr val="262626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chemeClr val="dk1"/>
              </a:buClr>
              <a:buSzPts val="1800"/>
            </a:pPr>
            <a:endParaRPr b="1" dirty="0">
              <a:solidFill>
                <a:srgbClr val="262626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rgbClr val="000000"/>
              </a:buClr>
              <a:buSzPts val="2000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Under the Guidance of</a:t>
            </a:r>
            <a:endParaRPr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algn="ctr">
              <a:buClr>
                <a:srgbClr val="000000"/>
              </a:buClr>
              <a:buSzPts val="2000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Prof. Veer </a:t>
            </a:r>
            <a:r>
              <a:rPr lang="en-US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Pachchigar</a:t>
            </a:r>
            <a:endParaRPr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endParaRPr sz="1400" dirty="0">
              <a:solidFill>
                <a:srgbClr val="4C4C4C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5259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E4E9FE-7CF3-2A57-758A-9FFBBCFFC1F4}"/>
              </a:ext>
            </a:extLst>
          </p:cNvPr>
          <p:cNvSpPr txBox="1"/>
          <p:nvPr/>
        </p:nvSpPr>
        <p:spPr>
          <a:xfrm>
            <a:off x="1666567" y="1860444"/>
            <a:ext cx="8858865" cy="193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 Inventory Management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D3D8EC-F153-A0C3-4E92-BBFEBEA2C30E}"/>
              </a:ext>
            </a:extLst>
          </p:cNvPr>
          <p:cNvSpPr txBox="1"/>
          <p:nvPr/>
        </p:nvSpPr>
        <p:spPr>
          <a:xfrm>
            <a:off x="78658" y="5821149"/>
            <a:ext cx="37067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Tushit Maisuriya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	        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Dhruvinsinh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Solanki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Jevil Patel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254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39401D-CC98-8E2B-31DB-22A23FDB921E}"/>
              </a:ext>
            </a:extLst>
          </p:cNvPr>
          <p:cNvSpPr txBox="1">
            <a:spLocks/>
          </p:cNvSpPr>
          <p:nvPr/>
        </p:nvSpPr>
        <p:spPr>
          <a:xfrm>
            <a:off x="708158" y="369071"/>
            <a:ext cx="2094036" cy="859055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A47842BF-DA33-D84E-FBC8-4FEDE41C5394}"/>
              </a:ext>
            </a:extLst>
          </p:cNvPr>
          <p:cNvSpPr txBox="1">
            <a:spLocks/>
          </p:cNvSpPr>
          <p:nvPr/>
        </p:nvSpPr>
        <p:spPr>
          <a:xfrm>
            <a:off x="4011679" y="1496304"/>
            <a:ext cx="4857018" cy="4019594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Project Abstract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Objective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32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  </a:t>
            </a:r>
            <a:r>
              <a:rPr lang="en-US" sz="3200" dirty="0">
                <a:solidFill>
                  <a:srgbClr val="20202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Source Code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3200" dirty="0">
                <a:solidFill>
                  <a:srgbClr val="20202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  Screenshot</a:t>
            </a:r>
          </a:p>
          <a:p>
            <a:pPr marL="342900" indent="-342900">
              <a:buFont typeface="Wingdings 3" charset="2"/>
              <a:buAutoNum type="arabicPeriod"/>
            </a:pPr>
            <a:r>
              <a:rPr lang="en-US" sz="3200" dirty="0">
                <a:solidFill>
                  <a:srgbClr val="20202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  Test cases</a:t>
            </a:r>
          </a:p>
          <a:p>
            <a:pPr marL="342900" indent="-342900">
              <a:buFont typeface="Wingdings 3" charset="2"/>
              <a:buAutoNum type="arabicPeriod"/>
            </a:pPr>
            <a:r>
              <a:rPr lang="en-US" sz="3200" dirty="0">
                <a:solidFill>
                  <a:srgbClr val="20202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  Acknowledgements</a:t>
            </a:r>
          </a:p>
          <a:p>
            <a:pPr marL="342900" indent="-342900">
              <a:buFont typeface="Wingdings 3" charset="2"/>
              <a:buAutoNum type="arabicPeriod"/>
            </a:pPr>
            <a:r>
              <a:rPr lang="en-US" sz="3200" dirty="0">
                <a:solidFill>
                  <a:srgbClr val="20202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   References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 3" charset="2"/>
              <a:buAutoNum type="arabicPeriod"/>
            </a:pPr>
            <a:endParaRPr lang="en-US" sz="3200" b="1" dirty="0">
              <a:solidFill>
                <a:srgbClr val="20202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342900" indent="-342900">
              <a:buFont typeface="Wingdings 3" charset="2"/>
              <a:buAutoNum type="arabicPeriod"/>
            </a:pPr>
            <a:endParaRPr lang="en-US" sz="3200" b="1" dirty="0">
              <a:solidFill>
                <a:srgbClr val="20202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33292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CBD01E-F0C2-D0A4-FFDD-6F096856A802}"/>
              </a:ext>
            </a:extLst>
          </p:cNvPr>
          <p:cNvSpPr txBox="1"/>
          <p:nvPr/>
        </p:nvSpPr>
        <p:spPr>
          <a:xfrm>
            <a:off x="304800" y="326612"/>
            <a:ext cx="37657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ABSTRACT</a:t>
            </a:r>
            <a:endParaRPr lang="en-IN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1EB8D7-532A-FD14-7DC7-D7FDFB273E8A}"/>
              </a:ext>
            </a:extLst>
          </p:cNvPr>
          <p:cNvSpPr txBox="1"/>
          <p:nvPr/>
        </p:nvSpPr>
        <p:spPr>
          <a:xfrm>
            <a:off x="1896172" y="1868129"/>
            <a:ext cx="950997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console-based program made in C++.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manage cars Inventory, suppliers, staff, and sales easily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access for Admin, Staff, and Suppliers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Keeps track of stock, sales, and supplier requests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Saves time and reduces mistakes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how programming can solve real business problems</a:t>
            </a:r>
            <a:r>
              <a:rPr lang="en-US" dirty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0453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258"/>
    </mc:Choice>
    <mc:Fallback xmlns="">
      <p:transition spd="slow" advTm="14258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AF4A98-1AAB-A6E2-44F0-1E74E7128F8B}"/>
              </a:ext>
            </a:extLst>
          </p:cNvPr>
          <p:cNvSpPr txBox="1"/>
          <p:nvPr/>
        </p:nvSpPr>
        <p:spPr>
          <a:xfrm>
            <a:off x="304801" y="326612"/>
            <a:ext cx="22024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en-IN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1B9039-FA29-3A90-DCBB-F52A7862307C}"/>
              </a:ext>
            </a:extLst>
          </p:cNvPr>
          <p:cNvSpPr txBox="1"/>
          <p:nvPr/>
        </p:nvSpPr>
        <p:spPr>
          <a:xfrm>
            <a:off x="1725560" y="1294919"/>
            <a:ext cx="10063317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The main objectives are: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stock monitoring and supplier communication.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 role-specific functionalities for Admin, Staff, and Suppliers.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 car inventory management.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detailed reports for informed decision-making.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Enhance security with role-based access and password management.</a:t>
            </a:r>
          </a:p>
          <a:p>
            <a:pPr algn="l" rtl="0">
              <a:buNone/>
            </a:pPr>
            <a:r>
              <a:rPr lang="en-US" b="0" i="0" dirty="0">
                <a:solidFill>
                  <a:srgbClr val="FFFFFF"/>
                </a:solidFill>
                <a:effectLst/>
              </a:rPr>
              <a:t>• Improve stock monitoring and supplier communication</a:t>
            </a:r>
            <a:endParaRPr lang="en-US" dirty="0">
              <a:effectLst/>
            </a:endParaRPr>
          </a:p>
          <a:p>
            <a:pPr algn="l" rtl="0">
              <a:buNone/>
            </a:pPr>
            <a:r>
              <a:rPr lang="en-US" b="0" i="0" dirty="0">
                <a:solidFill>
                  <a:srgbClr val="FFFFFF"/>
                </a:solidFill>
                <a:effectLst/>
              </a:rPr>
              <a:t>• Provide role-specific functionalities for Admin, Staff, and Suppliers</a:t>
            </a:r>
            <a:endParaRPr lang="en-US" dirty="0">
              <a:effectLst/>
            </a:endParaRPr>
          </a:p>
          <a:p>
            <a:pPr algn="l" rtl="0">
              <a:buNone/>
            </a:pPr>
            <a:r>
              <a:rPr lang="en-US" b="0" i="0" dirty="0">
                <a:solidFill>
                  <a:srgbClr val="FFFFFF"/>
                </a:solidFill>
                <a:effectLst/>
              </a:rPr>
              <a:t>• Automate car inventory management</a:t>
            </a:r>
            <a:endParaRPr lang="en-US" dirty="0">
              <a:effectLst/>
            </a:endParaRPr>
          </a:p>
          <a:p>
            <a:pPr algn="l" rtl="0">
              <a:buNone/>
            </a:pPr>
            <a:r>
              <a:rPr lang="en-US" b="0" i="0" dirty="0">
                <a:solidFill>
                  <a:srgbClr val="FFFFFF"/>
                </a:solidFill>
                <a:effectLst/>
              </a:rPr>
              <a:t>• Generate detailed reports for informed decision-making</a:t>
            </a:r>
            <a:endParaRPr lang="en-US" dirty="0">
              <a:effectLst/>
            </a:endParaRPr>
          </a:p>
          <a:p>
            <a:pPr algn="l" rtl="0">
              <a:buNone/>
            </a:pPr>
            <a:r>
              <a:rPr lang="en-US" b="0" i="0" dirty="0">
                <a:solidFill>
                  <a:srgbClr val="FFFFFF"/>
                </a:solidFill>
                <a:effectLst/>
              </a:rPr>
              <a:t>• Enhance security with role-based access and password management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599888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FAA397-8034-C519-6F17-829D7D982FA7}"/>
              </a:ext>
            </a:extLst>
          </p:cNvPr>
          <p:cNvSpPr txBox="1"/>
          <p:nvPr/>
        </p:nvSpPr>
        <p:spPr>
          <a:xfrm>
            <a:off x="412955" y="385606"/>
            <a:ext cx="29103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CODE</a:t>
            </a:r>
            <a:endParaRPr lang="en-IN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16F4D-9341-61C6-0D56-012057827BCB}"/>
              </a:ext>
            </a:extLst>
          </p:cNvPr>
          <p:cNvSpPr txBox="1"/>
          <p:nvPr/>
        </p:nvSpPr>
        <p:spPr>
          <a:xfrm>
            <a:off x="412955" y="1025983"/>
            <a:ext cx="1927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1.1 Role Login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92BFCD-2B11-1C46-66BF-43555E389FEF}"/>
              </a:ext>
            </a:extLst>
          </p:cNvPr>
          <p:cNvSpPr txBox="1"/>
          <p:nvPr/>
        </p:nvSpPr>
        <p:spPr>
          <a:xfrm>
            <a:off x="1268360" y="1789471"/>
            <a:ext cx="10461523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bool login(string username, string password) {</a:t>
            </a:r>
          </a:p>
          <a:p>
            <a:r>
              <a:rPr lang="en-IN" dirty="0"/>
              <a:t>    string </a:t>
            </a:r>
            <a:r>
              <a:rPr lang="en-IN" dirty="0" err="1"/>
              <a:t>getUsername</a:t>
            </a:r>
            <a:r>
              <a:rPr lang="en-IN" dirty="0"/>
              <a:t>, </a:t>
            </a:r>
            <a:r>
              <a:rPr lang="en-IN" dirty="0" err="1"/>
              <a:t>getPassword</a:t>
            </a:r>
            <a:r>
              <a:rPr lang="en-IN" dirty="0"/>
              <a:t>;</a:t>
            </a:r>
          </a:p>
          <a:p>
            <a:r>
              <a:rPr lang="en-IN" dirty="0"/>
              <a:t>    int attempts = 1;</a:t>
            </a:r>
          </a:p>
          <a:p>
            <a:r>
              <a:rPr lang="en-IN" dirty="0"/>
              <a:t>    char </a:t>
            </a:r>
            <a:r>
              <a:rPr lang="en-IN" dirty="0" err="1"/>
              <a:t>ch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while (attempts &lt; 4) {</a:t>
            </a:r>
          </a:p>
          <a:p>
            <a:r>
              <a:rPr lang="en-IN" dirty="0"/>
              <a:t>    	</a:t>
            </a:r>
            <a:r>
              <a:rPr lang="en-IN" dirty="0" err="1"/>
              <a:t>cout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	</a:t>
            </a:r>
            <a:r>
              <a:rPr lang="en-IN" dirty="0" err="1"/>
              <a:t>getUsername.clear</a:t>
            </a:r>
            <a:r>
              <a:rPr lang="en-IN" dirty="0"/>
              <a:t>();</a:t>
            </a:r>
          </a:p>
          <a:p>
            <a:r>
              <a:rPr lang="en-IN" dirty="0"/>
              <a:t>        </a:t>
            </a:r>
            <a:r>
              <a:rPr lang="en-IN" dirty="0" err="1"/>
              <a:t>getPassword.clear</a:t>
            </a:r>
            <a:r>
              <a:rPr lang="en-IN" dirty="0"/>
              <a:t>();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"Enter username: ";</a:t>
            </a:r>
          </a:p>
          <a:p>
            <a:r>
              <a:rPr lang="en-IN" dirty="0"/>
              <a:t>        </a:t>
            </a:r>
            <a:r>
              <a:rPr lang="en-IN" dirty="0" err="1"/>
              <a:t>cin</a:t>
            </a:r>
            <a:r>
              <a:rPr lang="en-IN" dirty="0"/>
              <a:t> &gt;&gt; </a:t>
            </a:r>
            <a:r>
              <a:rPr lang="en-IN" dirty="0" err="1"/>
              <a:t>getUsername</a:t>
            </a:r>
            <a:r>
              <a:rPr lang="en-IN" dirty="0"/>
              <a:t>;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"Enter password: ";</a:t>
            </a:r>
          </a:p>
          <a:p>
            <a:r>
              <a:rPr lang="en-IN" dirty="0"/>
              <a:t>        while ((</a:t>
            </a:r>
            <a:r>
              <a:rPr lang="en-IN" dirty="0" err="1"/>
              <a:t>ch</a:t>
            </a:r>
            <a:r>
              <a:rPr lang="en-IN" dirty="0"/>
              <a:t> = </a:t>
            </a:r>
            <a:r>
              <a:rPr lang="en-IN" dirty="0" err="1"/>
              <a:t>getch</a:t>
            </a:r>
            <a:r>
              <a:rPr lang="en-IN" dirty="0"/>
              <a:t>()) != 13) {</a:t>
            </a:r>
          </a:p>
          <a:p>
            <a:r>
              <a:rPr lang="en-IN" dirty="0"/>
              <a:t>	        </a:t>
            </a:r>
            <a:r>
              <a:rPr lang="en-IN" dirty="0" err="1"/>
              <a:t>getPassword.push_back</a:t>
            </a:r>
            <a:r>
              <a:rPr lang="en-IN" dirty="0"/>
              <a:t>(</a:t>
            </a:r>
            <a:r>
              <a:rPr lang="en-IN" dirty="0" err="1"/>
              <a:t>ch</a:t>
            </a:r>
            <a:r>
              <a:rPr lang="en-IN" dirty="0"/>
              <a:t>);</a:t>
            </a:r>
          </a:p>
          <a:p>
            <a:r>
              <a:rPr lang="en-IN" dirty="0"/>
              <a:t>	        </a:t>
            </a:r>
            <a:r>
              <a:rPr lang="en-IN" dirty="0" err="1"/>
              <a:t>cout</a:t>
            </a:r>
            <a:r>
              <a:rPr lang="en-IN" dirty="0"/>
              <a:t> &lt;&lt; "*";</a:t>
            </a:r>
          </a:p>
          <a:p>
            <a:r>
              <a:rPr lang="en-IN" dirty="0"/>
              <a:t>	    }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        </a:t>
            </a:r>
          </a:p>
        </p:txBody>
      </p:sp>
    </p:spTree>
    <p:extLst>
      <p:ext uri="{BB962C8B-B14F-4D97-AF65-F5344CB8AC3E}">
        <p14:creationId xmlns:p14="http://schemas.microsoft.com/office/powerpoint/2010/main" val="3535345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3841532-D896-C25B-D98B-DB2BE06D2D33}"/>
              </a:ext>
            </a:extLst>
          </p:cNvPr>
          <p:cNvSpPr txBox="1"/>
          <p:nvPr/>
        </p:nvSpPr>
        <p:spPr>
          <a:xfrm>
            <a:off x="1288025" y="394248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if (</a:t>
            </a:r>
            <a:r>
              <a:rPr lang="en-IN" dirty="0" err="1"/>
              <a:t>getUsername</a:t>
            </a:r>
            <a:r>
              <a:rPr lang="en-IN" dirty="0"/>
              <a:t> == username &amp;&amp; </a:t>
            </a:r>
            <a:r>
              <a:rPr lang="en-IN" dirty="0" err="1"/>
              <a:t>getPassword</a:t>
            </a:r>
            <a:r>
              <a:rPr lang="en-IN" dirty="0"/>
              <a:t> == password) {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 "Login Successful!"&lt;&lt;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    return true;</a:t>
            </a:r>
          </a:p>
          <a:p>
            <a:r>
              <a:rPr lang="en-IN" dirty="0"/>
              <a:t>        } else {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 "? Invalid credentials!"&lt;&lt;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    attempts++;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"?? Too many failed attempts! Please wait 30 seconds...\n";</a:t>
            </a:r>
          </a:p>
          <a:p>
            <a:r>
              <a:rPr lang="en-IN" dirty="0"/>
              <a:t>    </a:t>
            </a:r>
            <a:r>
              <a:rPr lang="en-IN" dirty="0" err="1"/>
              <a:t>this_thread</a:t>
            </a:r>
            <a:r>
              <a:rPr lang="en-IN" dirty="0"/>
              <a:t>::</a:t>
            </a:r>
            <a:r>
              <a:rPr lang="en-IN" dirty="0" err="1"/>
              <a:t>sleep_for</a:t>
            </a:r>
            <a:r>
              <a:rPr lang="en-IN" dirty="0"/>
              <a:t>(chrono::seconds(30));</a:t>
            </a:r>
          </a:p>
          <a:p>
            <a:r>
              <a:rPr lang="en-IN" dirty="0"/>
              <a:t>    return false;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61938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F01F8D-2BE7-490B-60DE-AF98D890D27E}"/>
              </a:ext>
            </a:extLst>
          </p:cNvPr>
          <p:cNvSpPr txBox="1"/>
          <p:nvPr/>
        </p:nvSpPr>
        <p:spPr>
          <a:xfrm>
            <a:off x="245807" y="259067"/>
            <a:ext cx="1927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1.2 Admin Menu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EE4613-3912-A9FC-AC41-392C4775A4EE}"/>
              </a:ext>
            </a:extLst>
          </p:cNvPr>
          <p:cNvSpPr txBox="1"/>
          <p:nvPr/>
        </p:nvSpPr>
        <p:spPr>
          <a:xfrm>
            <a:off x="1410929" y="1269319"/>
            <a:ext cx="937014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Admin::menu(){</a:t>
            </a:r>
          </a:p>
          <a:p>
            <a:r>
              <a:rPr lang="en-IN" dirty="0"/>
              <a:t>    system("</a:t>
            </a:r>
            <a:r>
              <a:rPr lang="en-IN" dirty="0" err="1"/>
              <a:t>cls</a:t>
            </a:r>
            <a:r>
              <a:rPr lang="en-IN" dirty="0"/>
              <a:t>");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(110) &lt;&lt; "|| ADMIN MENU ||"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(120) &lt;&lt; "1. PRODUCT MANAGEMENT \t 2. STOCK MANAGEMENT"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(121) &lt;&lt; "3. SUPPLIER MANAGEMENT \t 4. STAFF MANAGEMENT"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(109) &lt;&lt; "5. REPORTS \t\t 6. CHANGE PASSWORD"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(86)  &lt;&lt; "7. LOGOUT"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19570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25FD66-A041-2A5A-ED17-FE4961E64654}"/>
              </a:ext>
            </a:extLst>
          </p:cNvPr>
          <p:cNvSpPr txBox="1"/>
          <p:nvPr/>
        </p:nvSpPr>
        <p:spPr>
          <a:xfrm>
            <a:off x="378542" y="534370"/>
            <a:ext cx="32151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 Product Management Menu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5ECCFC-631F-2E50-0403-D2704E9726B3}"/>
              </a:ext>
            </a:extLst>
          </p:cNvPr>
          <p:cNvSpPr txBox="1"/>
          <p:nvPr/>
        </p:nvSpPr>
        <p:spPr>
          <a:xfrm>
            <a:off x="1986116" y="1974386"/>
            <a:ext cx="821976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productMenu</a:t>
            </a:r>
            <a:r>
              <a:rPr lang="en-IN" dirty="0"/>
              <a:t>(){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(110) &lt;&lt; " || PRODUCT MANAGEMENT || 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(110) &lt;&lt;"1. Add Product \t\t 2. Edit Product"&lt;&lt;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(113) &lt;&lt;"3. Delete Product \t\t 4. View Product"&lt;&lt;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(84) &lt;&lt;"5. Back"&lt;&lt;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23015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0B18338-A502-2703-DB2B-F69E5DA0B9B9}"/>
              </a:ext>
            </a:extLst>
          </p:cNvPr>
          <p:cNvSpPr txBox="1"/>
          <p:nvPr/>
        </p:nvSpPr>
        <p:spPr>
          <a:xfrm>
            <a:off x="265471" y="342640"/>
            <a:ext cx="21729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1.3.1 Add Product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817D53-C7F1-8126-5FCF-C9FB79761029}"/>
              </a:ext>
            </a:extLst>
          </p:cNvPr>
          <p:cNvSpPr txBox="1"/>
          <p:nvPr/>
        </p:nvSpPr>
        <p:spPr>
          <a:xfrm>
            <a:off x="678427" y="837370"/>
            <a:ext cx="1075649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addProduct</a:t>
            </a:r>
            <a:r>
              <a:rPr lang="en-IN" dirty="0"/>
              <a:t>(string </a:t>
            </a:r>
            <a:r>
              <a:rPr lang="en-IN" dirty="0" err="1"/>
              <a:t>getProductId,string</a:t>
            </a:r>
            <a:r>
              <a:rPr lang="en-IN" dirty="0"/>
              <a:t> </a:t>
            </a:r>
            <a:r>
              <a:rPr lang="en-IN" dirty="0" err="1"/>
              <a:t>getProductName,string</a:t>
            </a:r>
            <a:r>
              <a:rPr lang="en-IN" dirty="0"/>
              <a:t> </a:t>
            </a:r>
            <a:r>
              <a:rPr lang="en-IN" dirty="0" err="1"/>
              <a:t>getCategory,string</a:t>
            </a:r>
            <a:r>
              <a:rPr lang="en-IN" dirty="0"/>
              <a:t> </a:t>
            </a:r>
            <a:r>
              <a:rPr lang="en-IN" dirty="0" err="1"/>
              <a:t>getBrand,string</a:t>
            </a:r>
            <a:r>
              <a:rPr lang="en-IN" dirty="0"/>
              <a:t> </a:t>
            </a:r>
            <a:r>
              <a:rPr lang="en-IN" dirty="0" err="1"/>
              <a:t>getModel,string</a:t>
            </a:r>
            <a:r>
              <a:rPr lang="en-IN" dirty="0"/>
              <a:t> </a:t>
            </a:r>
            <a:r>
              <a:rPr lang="en-IN" dirty="0" err="1"/>
              <a:t>getVariant</a:t>
            </a:r>
            <a:r>
              <a:rPr lang="en-IN" dirty="0"/>
              <a:t>,</a:t>
            </a:r>
          </a:p>
          <a:p>
            <a:r>
              <a:rPr lang="en-IN" dirty="0"/>
              <a:t>                       int </a:t>
            </a:r>
            <a:r>
              <a:rPr lang="en-IN" dirty="0" err="1"/>
              <a:t>getPrice,unsigned</a:t>
            </a:r>
            <a:r>
              <a:rPr lang="en-IN" dirty="0"/>
              <a:t> int </a:t>
            </a:r>
            <a:r>
              <a:rPr lang="en-IN" dirty="0" err="1"/>
              <a:t>getQuantity,unsigned</a:t>
            </a:r>
            <a:r>
              <a:rPr lang="en-IN" dirty="0"/>
              <a:t> int </a:t>
            </a:r>
            <a:r>
              <a:rPr lang="en-IN" dirty="0" err="1"/>
              <a:t>getReOrderLevel,string</a:t>
            </a:r>
            <a:r>
              <a:rPr lang="en-IN" dirty="0"/>
              <a:t> </a:t>
            </a:r>
            <a:r>
              <a:rPr lang="en-IN" dirty="0" err="1"/>
              <a:t>getLastUpdateDate,string</a:t>
            </a:r>
            <a:r>
              <a:rPr lang="en-IN" dirty="0"/>
              <a:t> </a:t>
            </a:r>
            <a:r>
              <a:rPr lang="en-IN" dirty="0" err="1"/>
              <a:t>getStatus,string</a:t>
            </a:r>
            <a:r>
              <a:rPr lang="en-IN" dirty="0"/>
              <a:t> role) {</a:t>
            </a:r>
          </a:p>
          <a:p>
            <a:pPr lvl="1"/>
            <a:r>
              <a:rPr lang="en-IN" dirty="0"/>
              <a:t>    </a:t>
            </a:r>
            <a:r>
              <a:rPr lang="en-IN" dirty="0" err="1"/>
              <a:t>productId</a:t>
            </a:r>
            <a:r>
              <a:rPr lang="en-IN" dirty="0"/>
              <a:t> = </a:t>
            </a:r>
            <a:r>
              <a:rPr lang="en-IN" dirty="0" err="1"/>
              <a:t>getProductId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</a:t>
            </a:r>
            <a:r>
              <a:rPr lang="en-IN" dirty="0" err="1"/>
              <a:t>productName</a:t>
            </a:r>
            <a:r>
              <a:rPr lang="en-IN" dirty="0"/>
              <a:t> = </a:t>
            </a:r>
            <a:r>
              <a:rPr lang="en-IN" dirty="0" err="1"/>
              <a:t>getProductName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category = </a:t>
            </a:r>
            <a:r>
              <a:rPr lang="en-IN" dirty="0" err="1"/>
              <a:t>getCategory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brand = </a:t>
            </a:r>
            <a:r>
              <a:rPr lang="en-IN" dirty="0" err="1"/>
              <a:t>getBrand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</a:t>
            </a:r>
            <a:r>
              <a:rPr lang="en-IN" dirty="0" err="1"/>
              <a:t>carModel</a:t>
            </a:r>
            <a:r>
              <a:rPr lang="en-IN" dirty="0"/>
              <a:t> = </a:t>
            </a:r>
            <a:r>
              <a:rPr lang="en-IN" dirty="0" err="1"/>
              <a:t>getModel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variant = </a:t>
            </a:r>
            <a:r>
              <a:rPr lang="en-IN" dirty="0" err="1"/>
              <a:t>getVariant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price = </a:t>
            </a:r>
            <a:r>
              <a:rPr lang="en-IN" dirty="0" err="1"/>
              <a:t>getPrice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quantity = </a:t>
            </a:r>
            <a:r>
              <a:rPr lang="en-IN" dirty="0" err="1"/>
              <a:t>getQuantity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</a:t>
            </a:r>
            <a:r>
              <a:rPr lang="en-IN" dirty="0" err="1"/>
              <a:t>reOrderLevel</a:t>
            </a:r>
            <a:r>
              <a:rPr lang="en-IN" dirty="0"/>
              <a:t> = </a:t>
            </a:r>
            <a:r>
              <a:rPr lang="en-IN" dirty="0" err="1"/>
              <a:t>getReOrderLevel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</a:t>
            </a:r>
            <a:r>
              <a:rPr lang="en-IN" dirty="0" err="1"/>
              <a:t>lastUpdateDate</a:t>
            </a:r>
            <a:r>
              <a:rPr lang="en-IN" dirty="0"/>
              <a:t> = </a:t>
            </a:r>
            <a:r>
              <a:rPr lang="en-IN" dirty="0" err="1"/>
              <a:t>getLastUpdateDate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status = </a:t>
            </a:r>
            <a:r>
              <a:rPr lang="en-IN" dirty="0" err="1"/>
              <a:t>getStatus</a:t>
            </a:r>
            <a:r>
              <a:rPr lang="en-IN" dirty="0"/>
              <a:t>;</a:t>
            </a:r>
          </a:p>
          <a:p>
            <a:pPr lvl="1"/>
            <a:endParaRPr lang="en-IN" dirty="0"/>
          </a:p>
          <a:p>
            <a:pPr lvl="1"/>
            <a:r>
              <a:rPr lang="en-IN" dirty="0"/>
              <a:t>	string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158458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670C3C-1E44-AB7D-E2E9-E972AC9AF8A0}"/>
              </a:ext>
            </a:extLst>
          </p:cNvPr>
          <p:cNvSpPr txBox="1"/>
          <p:nvPr/>
        </p:nvSpPr>
        <p:spPr>
          <a:xfrm>
            <a:off x="285134" y="812540"/>
            <a:ext cx="11808543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if (role == "admin") {</a:t>
            </a:r>
          </a:p>
          <a:p>
            <a:r>
              <a:rPr lang="en-IN" sz="1600" dirty="0"/>
              <a:t>        </a:t>
            </a:r>
            <a:r>
              <a:rPr lang="en-IN" sz="1600" dirty="0" err="1"/>
              <a:t>ofstream</a:t>
            </a:r>
            <a:r>
              <a:rPr lang="en-IN" sz="1600" dirty="0"/>
              <a:t> </a:t>
            </a:r>
            <a:r>
              <a:rPr lang="en-IN" sz="1600" dirty="0" err="1"/>
              <a:t>prodFile</a:t>
            </a:r>
            <a:r>
              <a:rPr lang="en-IN" sz="1600" dirty="0"/>
              <a:t>(</a:t>
            </a:r>
            <a:r>
              <a:rPr lang="en-IN" sz="1600" dirty="0" err="1"/>
              <a:t>basePath</a:t>
            </a:r>
            <a:r>
              <a:rPr lang="en-IN" sz="1600" dirty="0"/>
              <a:t> + "\\products.txt", </a:t>
            </a:r>
            <a:r>
              <a:rPr lang="en-IN" sz="1600" dirty="0" err="1"/>
              <a:t>ios</a:t>
            </a:r>
            <a:r>
              <a:rPr lang="en-IN" sz="1600" dirty="0"/>
              <a:t>::app);</a:t>
            </a:r>
          </a:p>
          <a:p>
            <a:r>
              <a:rPr lang="en-IN" sz="1600" dirty="0"/>
              <a:t>        </a:t>
            </a:r>
            <a:r>
              <a:rPr lang="en-IN" sz="1600" dirty="0" err="1"/>
              <a:t>prodFile</a:t>
            </a:r>
            <a:r>
              <a:rPr lang="en-IN" sz="1600" dirty="0"/>
              <a:t> &lt;&lt; </a:t>
            </a:r>
            <a:r>
              <a:rPr lang="en-IN" sz="1600" dirty="0" err="1"/>
              <a:t>productId</a:t>
            </a:r>
            <a:r>
              <a:rPr lang="en-IN" sz="1600" dirty="0"/>
              <a:t> &lt;&lt; ","&lt;&lt; </a:t>
            </a:r>
            <a:r>
              <a:rPr lang="en-IN" sz="1600" dirty="0" err="1"/>
              <a:t>productName</a:t>
            </a:r>
            <a:r>
              <a:rPr lang="en-IN" sz="1600" dirty="0"/>
              <a:t> &lt;&lt; "," &lt;&lt; category &lt;&lt; "," &lt;&lt; brand &lt;&lt; "," &lt;&lt; </a:t>
            </a:r>
            <a:r>
              <a:rPr lang="en-IN" sz="1600" dirty="0" err="1"/>
              <a:t>carModel</a:t>
            </a:r>
            <a:r>
              <a:rPr lang="en-IN" sz="1600" dirty="0"/>
              <a:t> &lt;&lt; "," &lt;&lt; variant &lt;&lt; "," &lt;&lt; price &lt;&lt; ","</a:t>
            </a:r>
          </a:p>
          <a:p>
            <a:r>
              <a:rPr lang="en-IN" sz="1600" dirty="0"/>
              <a:t>                 &lt;&lt; quantity &lt;&lt; "," &lt;&lt; </a:t>
            </a:r>
            <a:r>
              <a:rPr lang="en-IN" sz="1600" dirty="0" err="1"/>
              <a:t>reOrderLevel</a:t>
            </a:r>
            <a:r>
              <a:rPr lang="en-IN" sz="1600" dirty="0"/>
              <a:t> &lt;&lt; "," &lt;&lt; </a:t>
            </a:r>
            <a:r>
              <a:rPr lang="en-IN" sz="1600" dirty="0" err="1"/>
              <a:t>lastUpdateDate</a:t>
            </a:r>
            <a:r>
              <a:rPr lang="en-IN" sz="1600" dirty="0"/>
              <a:t> &lt;&lt; "," &lt;&lt; status &lt;&lt; </a:t>
            </a:r>
            <a:r>
              <a:rPr lang="en-IN" sz="1600" dirty="0" err="1"/>
              <a:t>endl</a:t>
            </a:r>
            <a:r>
              <a:rPr lang="en-IN" sz="1600" dirty="0"/>
              <a:t>;</a:t>
            </a:r>
          </a:p>
          <a:p>
            <a:r>
              <a:rPr lang="en-IN" sz="1600" dirty="0"/>
              <a:t>        </a:t>
            </a:r>
            <a:r>
              <a:rPr lang="en-IN" sz="1600" dirty="0" err="1"/>
              <a:t>prodFile.close</a:t>
            </a:r>
            <a:r>
              <a:rPr lang="en-IN" sz="1600" dirty="0"/>
              <a:t>();</a:t>
            </a:r>
          </a:p>
          <a:p>
            <a:r>
              <a:rPr lang="en-IN" sz="1600" dirty="0"/>
              <a:t>        </a:t>
            </a:r>
          </a:p>
          <a:p>
            <a:r>
              <a:rPr lang="en-IN" sz="1600" dirty="0"/>
              <a:t>        </a:t>
            </a:r>
            <a:r>
              <a:rPr lang="en-IN" sz="1600" dirty="0" err="1"/>
              <a:t>ofstream</a:t>
            </a:r>
            <a:r>
              <a:rPr lang="en-IN" sz="1600" dirty="0"/>
              <a:t> </a:t>
            </a:r>
            <a:r>
              <a:rPr lang="en-IN" sz="1600" dirty="0" err="1"/>
              <a:t>stockFile</a:t>
            </a:r>
            <a:r>
              <a:rPr lang="en-IN" sz="1600" dirty="0"/>
              <a:t>(</a:t>
            </a:r>
            <a:r>
              <a:rPr lang="en-IN" sz="1600" dirty="0" err="1"/>
              <a:t>basePath</a:t>
            </a:r>
            <a:r>
              <a:rPr lang="en-IN" sz="1600" dirty="0"/>
              <a:t> + "\\stock.txt", </a:t>
            </a:r>
            <a:r>
              <a:rPr lang="en-IN" sz="1600" dirty="0" err="1"/>
              <a:t>ios</a:t>
            </a:r>
            <a:r>
              <a:rPr lang="en-IN" sz="1600" dirty="0"/>
              <a:t>::app);</a:t>
            </a:r>
          </a:p>
          <a:p>
            <a:r>
              <a:rPr lang="en-IN" sz="1600" dirty="0"/>
              <a:t>        </a:t>
            </a:r>
            <a:r>
              <a:rPr lang="en-IN" sz="1600" dirty="0" err="1"/>
              <a:t>stockFile</a:t>
            </a:r>
            <a:r>
              <a:rPr lang="en-IN" sz="1600" dirty="0"/>
              <a:t> &lt;&lt; </a:t>
            </a:r>
            <a:r>
              <a:rPr lang="en-IN" sz="1600" dirty="0" err="1"/>
              <a:t>productId</a:t>
            </a:r>
            <a:r>
              <a:rPr lang="en-IN" sz="1600" dirty="0"/>
              <a:t> &lt;&lt; "," &lt;&lt; </a:t>
            </a:r>
            <a:r>
              <a:rPr lang="en-IN" sz="1600" dirty="0" err="1"/>
              <a:t>productName</a:t>
            </a:r>
            <a:r>
              <a:rPr lang="en-IN" sz="1600" dirty="0"/>
              <a:t> &lt;&lt; "," &lt;&lt; category &lt;&lt; "," &lt;&lt; brand &lt;&lt; "," &lt;&lt; </a:t>
            </a:r>
            <a:r>
              <a:rPr lang="en-IN" sz="1600" dirty="0" err="1"/>
              <a:t>carModel</a:t>
            </a:r>
            <a:r>
              <a:rPr lang="en-IN" sz="1600" dirty="0"/>
              <a:t> &lt;&lt; "," &lt;&lt; variant &lt;&lt; "," &lt;&lt; price &lt;&lt; ","</a:t>
            </a:r>
          </a:p>
          <a:p>
            <a:r>
              <a:rPr lang="en-IN" sz="1600" dirty="0"/>
              <a:t>                  &lt;&lt; quantity &lt;&lt; "," &lt;&lt; 0 &lt;&lt; "," &lt;&lt; 0 &lt;&lt; "," &lt;&lt; status &lt;&lt; </a:t>
            </a:r>
            <a:r>
              <a:rPr lang="en-IN" sz="1600" dirty="0" err="1"/>
              <a:t>endl</a:t>
            </a:r>
            <a:r>
              <a:rPr lang="en-IN" sz="1600" dirty="0"/>
              <a:t>;</a:t>
            </a:r>
          </a:p>
          <a:p>
            <a:r>
              <a:rPr lang="en-IN" sz="1600" dirty="0"/>
              <a:t>        </a:t>
            </a:r>
            <a:r>
              <a:rPr lang="en-IN" sz="1600" dirty="0" err="1"/>
              <a:t>stockFile.close</a:t>
            </a:r>
            <a:r>
              <a:rPr lang="en-IN" sz="1600" dirty="0"/>
              <a:t>();</a:t>
            </a:r>
          </a:p>
          <a:p>
            <a:r>
              <a:rPr lang="en-IN" sz="1600" dirty="0"/>
              <a:t>    } </a:t>
            </a:r>
          </a:p>
          <a:p>
            <a:r>
              <a:rPr lang="en-IN" sz="1600" dirty="0"/>
              <a:t>    else if (role == "supplier") {</a:t>
            </a:r>
          </a:p>
          <a:p>
            <a:r>
              <a:rPr lang="en-IN" sz="1600" dirty="0"/>
              <a:t>    	</a:t>
            </a:r>
            <a:r>
              <a:rPr lang="en-IN" sz="1600" dirty="0" err="1"/>
              <a:t>ofstream</a:t>
            </a:r>
            <a:r>
              <a:rPr lang="en-IN" sz="1600" dirty="0"/>
              <a:t> </a:t>
            </a:r>
            <a:r>
              <a:rPr lang="en-IN" sz="1600" dirty="0" err="1"/>
              <a:t>suppFile</a:t>
            </a:r>
            <a:r>
              <a:rPr lang="en-IN" sz="1600" dirty="0"/>
              <a:t>(</a:t>
            </a:r>
            <a:r>
              <a:rPr lang="en-IN" sz="1600" dirty="0" err="1"/>
              <a:t>basePath</a:t>
            </a:r>
            <a:r>
              <a:rPr lang="en-IN" sz="1600" dirty="0"/>
              <a:t> + "\\supplier_products.txt", </a:t>
            </a:r>
            <a:r>
              <a:rPr lang="en-IN" sz="1600" dirty="0" err="1"/>
              <a:t>ios</a:t>
            </a:r>
            <a:r>
              <a:rPr lang="en-IN" sz="1600" dirty="0"/>
              <a:t>::app);</a:t>
            </a:r>
          </a:p>
          <a:p>
            <a:r>
              <a:rPr lang="en-IN" sz="1600" dirty="0"/>
              <a:t>        </a:t>
            </a:r>
            <a:r>
              <a:rPr lang="en-IN" sz="1600" dirty="0" err="1"/>
              <a:t>suppFile</a:t>
            </a:r>
            <a:r>
              <a:rPr lang="en-IN" sz="1600" dirty="0"/>
              <a:t> &lt;&lt; </a:t>
            </a:r>
            <a:r>
              <a:rPr lang="en-IN" sz="1600" dirty="0" err="1"/>
              <a:t>productId</a:t>
            </a:r>
            <a:r>
              <a:rPr lang="en-IN" sz="1600" dirty="0"/>
              <a:t> &lt;&lt; "," &lt;&lt; </a:t>
            </a:r>
            <a:r>
              <a:rPr lang="en-IN" sz="1600" dirty="0" err="1"/>
              <a:t>productName</a:t>
            </a:r>
            <a:r>
              <a:rPr lang="en-IN" sz="1600" dirty="0"/>
              <a:t> &lt;&lt; "," &lt;&lt; category &lt;&lt; "," &lt;&lt; brand &lt;&lt; "," &lt;&lt; </a:t>
            </a:r>
            <a:r>
              <a:rPr lang="en-IN" sz="1600" dirty="0" err="1"/>
              <a:t>carModel</a:t>
            </a:r>
            <a:r>
              <a:rPr lang="en-IN" sz="1600" dirty="0"/>
              <a:t> &lt;&lt; "," &lt;&lt; variant &lt;&lt; "," &lt;&lt; price &lt;&lt; "," &lt;&lt; quantity &lt;&lt; ","</a:t>
            </a:r>
          </a:p>
          <a:p>
            <a:r>
              <a:rPr lang="en-IN" sz="1600" dirty="0"/>
              <a:t>                 &lt;&lt; </a:t>
            </a:r>
            <a:r>
              <a:rPr lang="en-IN" sz="1600" dirty="0" err="1"/>
              <a:t>reOrderLevel</a:t>
            </a:r>
            <a:r>
              <a:rPr lang="en-IN" sz="1600" dirty="0"/>
              <a:t> &lt;&lt; "," &lt;&lt; </a:t>
            </a:r>
            <a:r>
              <a:rPr lang="en-IN" sz="1600" dirty="0" err="1"/>
              <a:t>lastUpdateDate</a:t>
            </a:r>
            <a:r>
              <a:rPr lang="en-IN" sz="1600" dirty="0"/>
              <a:t> &lt;&lt; "," &lt;&lt; status &lt;&lt; </a:t>
            </a:r>
            <a:r>
              <a:rPr lang="en-IN" sz="1600" dirty="0" err="1"/>
              <a:t>endl</a:t>
            </a:r>
            <a:r>
              <a:rPr lang="en-IN" sz="1600" dirty="0"/>
              <a:t>;</a:t>
            </a:r>
          </a:p>
          <a:p>
            <a:r>
              <a:rPr lang="en-IN" sz="1600" dirty="0"/>
              <a:t>        </a:t>
            </a:r>
            <a:r>
              <a:rPr lang="en-IN" sz="1600" dirty="0" err="1"/>
              <a:t>suppFile.close</a:t>
            </a:r>
            <a:r>
              <a:rPr lang="en-IN" sz="1600" dirty="0"/>
              <a:t>();</a:t>
            </a:r>
          </a:p>
          <a:p>
            <a:r>
              <a:rPr lang="en-IN" sz="1600" dirty="0"/>
              <a:t>    }</a:t>
            </a:r>
          </a:p>
          <a:p>
            <a:r>
              <a:rPr lang="en-IN" sz="1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67146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6B3598-5AA9-1879-EA17-B09F0A41FA39}"/>
              </a:ext>
            </a:extLst>
          </p:cNvPr>
          <p:cNvSpPr txBox="1"/>
          <p:nvPr/>
        </p:nvSpPr>
        <p:spPr>
          <a:xfrm>
            <a:off x="265471" y="342640"/>
            <a:ext cx="21729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1.3.2 Edit Product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29584D-CFCC-4370-42A1-1521177D6190}"/>
              </a:ext>
            </a:extLst>
          </p:cNvPr>
          <p:cNvSpPr txBox="1"/>
          <p:nvPr/>
        </p:nvSpPr>
        <p:spPr>
          <a:xfrm>
            <a:off x="265471" y="764633"/>
            <a:ext cx="11661058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editProduct</a:t>
            </a:r>
            <a:r>
              <a:rPr lang="en-IN" dirty="0"/>
              <a:t>(string </a:t>
            </a:r>
            <a:r>
              <a:rPr lang="en-IN" dirty="0" err="1"/>
              <a:t>getProductId,string</a:t>
            </a:r>
            <a:r>
              <a:rPr lang="en-IN" dirty="0"/>
              <a:t> role) {</a:t>
            </a:r>
          </a:p>
          <a:p>
            <a:r>
              <a:rPr lang="en-IN" dirty="0"/>
              <a:t>    vector&lt;</a:t>
            </a:r>
            <a:r>
              <a:rPr lang="en-IN" dirty="0" err="1"/>
              <a:t>ProductDetails</a:t>
            </a:r>
            <a:r>
              <a:rPr lang="en-IN" dirty="0"/>
              <a:t>&gt; products;</a:t>
            </a:r>
          </a:p>
          <a:p>
            <a:r>
              <a:rPr lang="en-IN" dirty="0"/>
              <a:t>    </a:t>
            </a:r>
            <a:r>
              <a:rPr lang="en-IN" dirty="0" err="1"/>
              <a:t>ProductDetails</a:t>
            </a:r>
            <a:r>
              <a:rPr lang="en-IN" dirty="0"/>
              <a:t> temp;</a:t>
            </a:r>
          </a:p>
          <a:p>
            <a:r>
              <a:rPr lang="en-IN" dirty="0"/>
              <a:t>    string </a:t>
            </a:r>
            <a:r>
              <a:rPr lang="en-IN" dirty="0" err="1"/>
              <a:t>line,filename</a:t>
            </a:r>
            <a:r>
              <a:rPr lang="en-IN" dirty="0"/>
              <a:t>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string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if(role == "admin") filename = </a:t>
            </a:r>
            <a:r>
              <a:rPr lang="en-IN" dirty="0" err="1"/>
              <a:t>basePath</a:t>
            </a:r>
            <a:r>
              <a:rPr lang="en-IN" dirty="0"/>
              <a:t> + "\\products.txt";</a:t>
            </a:r>
          </a:p>
          <a:p>
            <a:r>
              <a:rPr lang="en-IN" dirty="0"/>
              <a:t>	else if(role == "supplier") filename = </a:t>
            </a:r>
            <a:r>
              <a:rPr lang="en-IN" dirty="0" err="1"/>
              <a:t>basePath</a:t>
            </a:r>
            <a:r>
              <a:rPr lang="en-IN" dirty="0"/>
              <a:t> + "\\supplier_products.txt";</a:t>
            </a:r>
          </a:p>
          <a:p>
            <a:r>
              <a:rPr lang="en-IN" dirty="0"/>
              <a:t> 	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inFile</a:t>
            </a:r>
            <a:r>
              <a:rPr lang="en-IN" dirty="0"/>
              <a:t>(filename);</a:t>
            </a:r>
          </a:p>
          <a:p>
            <a:endParaRPr lang="en-IN" dirty="0"/>
          </a:p>
          <a:p>
            <a:r>
              <a:rPr lang="en-IN" dirty="0"/>
              <a:t>;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inFile</a:t>
            </a:r>
            <a:r>
              <a:rPr lang="en-IN" dirty="0"/>
              <a:t>, line))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ss(line);</a:t>
            </a:r>
          </a:p>
          <a:p>
            <a:r>
              <a:rPr lang="en-IN" dirty="0"/>
              <a:t>        string token;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temp.productId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temp.productName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temp.category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temp.brand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temp.carModel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temp.variant</a:t>
            </a:r>
            <a:r>
              <a:rPr lang="en-IN" dirty="0"/>
              <a:t>, ',');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5416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0E0837-A69C-7EDB-9319-092E0E127F20}"/>
              </a:ext>
            </a:extLst>
          </p:cNvPr>
          <p:cNvSpPr txBox="1"/>
          <p:nvPr/>
        </p:nvSpPr>
        <p:spPr>
          <a:xfrm>
            <a:off x="432619" y="214710"/>
            <a:ext cx="11759381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getline</a:t>
            </a:r>
            <a:r>
              <a:rPr lang="en-IN" dirty="0"/>
              <a:t>(ss, token, ',');</a:t>
            </a:r>
          </a:p>
          <a:p>
            <a:r>
              <a:rPr lang="en-IN" dirty="0"/>
              <a:t>        </a:t>
            </a:r>
            <a:r>
              <a:rPr lang="en-IN" dirty="0" err="1"/>
              <a:t>temp.price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(token);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token, ',');</a:t>
            </a:r>
          </a:p>
          <a:p>
            <a:r>
              <a:rPr lang="en-IN" dirty="0"/>
              <a:t>        </a:t>
            </a:r>
            <a:r>
              <a:rPr lang="en-IN" dirty="0" err="1"/>
              <a:t>temp.quantity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(token);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token, ',');</a:t>
            </a:r>
          </a:p>
          <a:p>
            <a:r>
              <a:rPr lang="en-IN" dirty="0"/>
              <a:t>        </a:t>
            </a:r>
            <a:r>
              <a:rPr lang="en-IN" dirty="0" err="1"/>
              <a:t>temp.reOrderLevel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(token);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temp.lastUpdateDate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temp.status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products.push_back</a:t>
            </a:r>
            <a:r>
              <a:rPr lang="en-IN" dirty="0"/>
              <a:t>(temp);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inFile.close</a:t>
            </a:r>
            <a:r>
              <a:rPr lang="en-IN" dirty="0"/>
              <a:t>();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bool found = false;</a:t>
            </a:r>
          </a:p>
          <a:p>
            <a:r>
              <a:rPr lang="en-IN" dirty="0"/>
              <a:t>    for (auto&amp; product : products) {</a:t>
            </a:r>
          </a:p>
          <a:p>
            <a:r>
              <a:rPr lang="en-IN" dirty="0"/>
              <a:t>        if (</a:t>
            </a:r>
            <a:r>
              <a:rPr lang="en-IN" dirty="0" err="1"/>
              <a:t>product.productId</a:t>
            </a:r>
            <a:r>
              <a:rPr lang="en-IN" dirty="0"/>
              <a:t> == </a:t>
            </a:r>
            <a:r>
              <a:rPr lang="en-IN" dirty="0" err="1"/>
              <a:t>getProductId</a:t>
            </a:r>
            <a:r>
              <a:rPr lang="en-IN" dirty="0"/>
              <a:t>) {</a:t>
            </a:r>
          </a:p>
          <a:p>
            <a:r>
              <a:rPr lang="en-IN" dirty="0"/>
              <a:t>            found = true;</a:t>
            </a:r>
          </a:p>
          <a:p>
            <a:r>
              <a:rPr lang="en-IN" dirty="0"/>
              <a:t>            </a:t>
            </a:r>
            <a:r>
              <a:rPr lang="en-IN" dirty="0" err="1"/>
              <a:t>cin.ignore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Product Name: ";</a:t>
            </a:r>
          </a:p>
          <a:p>
            <a:r>
              <a:rPr lang="en-IN" dirty="0"/>
              <a:t>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cin</a:t>
            </a:r>
            <a:r>
              <a:rPr lang="en-IN" dirty="0"/>
              <a:t>, </a:t>
            </a:r>
            <a:r>
              <a:rPr lang="en-IN" dirty="0" err="1"/>
              <a:t>product.productName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</a:t>
            </a:r>
          </a:p>
        </p:txBody>
      </p:sp>
    </p:spTree>
    <p:extLst>
      <p:ext uri="{BB962C8B-B14F-4D97-AF65-F5344CB8AC3E}">
        <p14:creationId xmlns:p14="http://schemas.microsoft.com/office/powerpoint/2010/main" val="4048001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560001-E459-D41C-507A-F7A5544F15E9}"/>
              </a:ext>
            </a:extLst>
          </p:cNvPr>
          <p:cNvSpPr txBox="1"/>
          <p:nvPr/>
        </p:nvSpPr>
        <p:spPr>
          <a:xfrm>
            <a:off x="231058" y="176912"/>
            <a:ext cx="1172988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cout</a:t>
            </a:r>
            <a:r>
              <a:rPr lang="en-IN" dirty="0"/>
              <a:t> &lt;&lt; "Enter New Category ( Engine, Transmission, Brakes, Electrical, Fuel System ) : ";</a:t>
            </a:r>
          </a:p>
          <a:p>
            <a:r>
              <a:rPr lang="en-IN" dirty="0"/>
              <a:t>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cin</a:t>
            </a:r>
            <a:r>
              <a:rPr lang="en-IN" dirty="0"/>
              <a:t>, </a:t>
            </a:r>
            <a:r>
              <a:rPr lang="en-IN" dirty="0" err="1"/>
              <a:t>product.category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Brand: ";</a:t>
            </a:r>
          </a:p>
          <a:p>
            <a:r>
              <a:rPr lang="en-IN" dirty="0"/>
              <a:t>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cin</a:t>
            </a:r>
            <a:r>
              <a:rPr lang="en-IN" dirty="0"/>
              <a:t>, </a:t>
            </a:r>
            <a:r>
              <a:rPr lang="en-IN" dirty="0" err="1"/>
              <a:t>product.brand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Car Model: ";</a:t>
            </a:r>
          </a:p>
          <a:p>
            <a:r>
              <a:rPr lang="en-IN" dirty="0"/>
              <a:t>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cin</a:t>
            </a:r>
            <a:r>
              <a:rPr lang="en-IN" dirty="0"/>
              <a:t>, </a:t>
            </a:r>
            <a:r>
              <a:rPr lang="en-IN" dirty="0" err="1"/>
              <a:t>product.carModel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Variant (e.g., Petrol/Diesel/EV): ";</a:t>
            </a:r>
          </a:p>
          <a:p>
            <a:r>
              <a:rPr lang="en-IN" dirty="0"/>
              <a:t>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cin</a:t>
            </a:r>
            <a:r>
              <a:rPr lang="en-IN" dirty="0"/>
              <a:t>, </a:t>
            </a:r>
            <a:r>
              <a:rPr lang="en-IN" dirty="0" err="1"/>
              <a:t>product.variant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Price: ";</a:t>
            </a:r>
          </a:p>
          <a:p>
            <a:r>
              <a:rPr lang="en-IN" dirty="0"/>
              <a:t>            </a:t>
            </a:r>
            <a:r>
              <a:rPr lang="en-IN" dirty="0" err="1"/>
              <a:t>cin</a:t>
            </a:r>
            <a:r>
              <a:rPr lang="en-IN" dirty="0"/>
              <a:t> &gt;&gt; </a:t>
            </a:r>
            <a:r>
              <a:rPr lang="en-IN" dirty="0" err="1"/>
              <a:t>product.price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Quantity: ";</a:t>
            </a:r>
          </a:p>
          <a:p>
            <a:r>
              <a:rPr lang="en-IN" dirty="0"/>
              <a:t>            </a:t>
            </a:r>
            <a:r>
              <a:rPr lang="en-IN" dirty="0" err="1"/>
              <a:t>cin</a:t>
            </a:r>
            <a:r>
              <a:rPr lang="en-IN" dirty="0"/>
              <a:t> &gt;&gt; </a:t>
            </a:r>
            <a:r>
              <a:rPr lang="en-IN" dirty="0" err="1"/>
              <a:t>product.quantity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Re-Order Level: ";</a:t>
            </a:r>
          </a:p>
          <a:p>
            <a:r>
              <a:rPr lang="en-IN" dirty="0"/>
              <a:t>            </a:t>
            </a:r>
            <a:r>
              <a:rPr lang="en-IN" dirty="0" err="1"/>
              <a:t>cin</a:t>
            </a:r>
            <a:r>
              <a:rPr lang="en-IN" dirty="0"/>
              <a:t> &gt;&gt; </a:t>
            </a:r>
            <a:r>
              <a:rPr lang="en-IN" dirty="0" err="1"/>
              <a:t>product.reOrderLevel</a:t>
            </a:r>
            <a:r>
              <a:rPr lang="en-IN" dirty="0"/>
              <a:t>;</a:t>
            </a:r>
          </a:p>
          <a:p>
            <a:r>
              <a:rPr lang="en-IN" dirty="0"/>
              <a:t>        </a:t>
            </a:r>
          </a:p>
          <a:p>
            <a:r>
              <a:rPr lang="en-IN" dirty="0"/>
              <a:t>            </a:t>
            </a:r>
            <a:r>
              <a:rPr lang="en-IN" dirty="0" err="1"/>
              <a:t>product.status</a:t>
            </a:r>
            <a:r>
              <a:rPr lang="en-IN" dirty="0"/>
              <a:t> = (</a:t>
            </a:r>
            <a:r>
              <a:rPr lang="en-IN" dirty="0" err="1"/>
              <a:t>product.quantity</a:t>
            </a:r>
            <a:r>
              <a:rPr lang="en-IN" dirty="0"/>
              <a:t> &lt; </a:t>
            </a:r>
            <a:r>
              <a:rPr lang="en-IN" dirty="0" err="1"/>
              <a:t>product.reOrderLevel</a:t>
            </a:r>
            <a:r>
              <a:rPr lang="en-IN" dirty="0"/>
              <a:t>) ? "Inactive" : "Active";</a:t>
            </a:r>
          </a:p>
          <a:p>
            <a:r>
              <a:rPr lang="en-IN" dirty="0"/>
              <a:t>            </a:t>
            </a:r>
            <a:r>
              <a:rPr lang="en-IN" dirty="0" err="1"/>
              <a:t>product.lastUpdateDate</a:t>
            </a:r>
            <a:r>
              <a:rPr lang="en-IN" dirty="0"/>
              <a:t> = "NULL";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7656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EF2A70-4881-B64E-7410-CD6CB9C3C5C7}"/>
              </a:ext>
            </a:extLst>
          </p:cNvPr>
          <p:cNvSpPr txBox="1"/>
          <p:nvPr/>
        </p:nvSpPr>
        <p:spPr>
          <a:xfrm>
            <a:off x="353961" y="61305"/>
            <a:ext cx="11592233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&lt;&lt; "Product updated Successfully"&lt;&lt;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    break;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if (!found)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 Product ID " &lt;&lt; </a:t>
            </a:r>
            <a:r>
              <a:rPr lang="en-IN" dirty="0" err="1"/>
              <a:t>getProductId</a:t>
            </a:r>
            <a:r>
              <a:rPr lang="en-IN" dirty="0"/>
              <a:t> &lt;&lt; " not found.\n";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if(role == "admin") filename = </a:t>
            </a:r>
            <a:r>
              <a:rPr lang="en-IN" dirty="0" err="1"/>
              <a:t>basePath</a:t>
            </a:r>
            <a:r>
              <a:rPr lang="en-IN" dirty="0"/>
              <a:t> + "\\products.txt";</a:t>
            </a:r>
          </a:p>
          <a:p>
            <a:r>
              <a:rPr lang="en-IN" dirty="0"/>
              <a:t>	else if(role == "supplier") filename = </a:t>
            </a:r>
            <a:r>
              <a:rPr lang="en-IN" dirty="0" err="1"/>
              <a:t>basePath</a:t>
            </a:r>
            <a:r>
              <a:rPr lang="en-IN" dirty="0"/>
              <a:t> + "\\supplier_products.txt";</a:t>
            </a:r>
          </a:p>
          <a:p>
            <a:r>
              <a:rPr lang="en-IN" dirty="0"/>
              <a:t> 	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outFile</a:t>
            </a:r>
            <a:r>
              <a:rPr lang="en-IN" dirty="0"/>
              <a:t>(filename);</a:t>
            </a:r>
          </a:p>
          <a:p>
            <a:r>
              <a:rPr lang="en-IN" dirty="0"/>
              <a:t>    for (</a:t>
            </a:r>
            <a:r>
              <a:rPr lang="en-IN" dirty="0" err="1"/>
              <a:t>const</a:t>
            </a:r>
            <a:r>
              <a:rPr lang="en-IN" dirty="0"/>
              <a:t> auto&amp; product : products) {</a:t>
            </a:r>
          </a:p>
          <a:p>
            <a:r>
              <a:rPr lang="en-IN" dirty="0"/>
              <a:t>        </a:t>
            </a:r>
            <a:r>
              <a:rPr lang="en-IN" dirty="0" err="1"/>
              <a:t>outFile</a:t>
            </a:r>
            <a:r>
              <a:rPr lang="en-IN" dirty="0"/>
              <a:t> &lt;&lt; </a:t>
            </a:r>
            <a:r>
              <a:rPr lang="en-IN" dirty="0" err="1"/>
              <a:t>product.productId</a:t>
            </a:r>
            <a:r>
              <a:rPr lang="en-IN" dirty="0"/>
              <a:t> &lt;&lt; "," &lt;&lt; </a:t>
            </a:r>
            <a:r>
              <a:rPr lang="en-IN" dirty="0" err="1"/>
              <a:t>product.productName</a:t>
            </a:r>
            <a:r>
              <a:rPr lang="en-IN" dirty="0"/>
              <a:t> &lt;&lt; "," &lt;&lt; </a:t>
            </a:r>
            <a:r>
              <a:rPr lang="en-IN" dirty="0" err="1"/>
              <a:t>product.category</a:t>
            </a:r>
            <a:r>
              <a:rPr lang="en-IN" dirty="0"/>
              <a:t> &lt;&lt; "," &lt;&lt; </a:t>
            </a:r>
            <a:r>
              <a:rPr lang="en-IN" dirty="0" err="1"/>
              <a:t>product.brand</a:t>
            </a:r>
            <a:r>
              <a:rPr lang="en-IN" dirty="0"/>
              <a:t> &lt;&lt; "," &lt;&lt; </a:t>
            </a:r>
            <a:r>
              <a:rPr lang="en-IN" dirty="0" err="1"/>
              <a:t>product.carModel</a:t>
            </a:r>
            <a:r>
              <a:rPr lang="en-IN" dirty="0"/>
              <a:t> &lt;&lt; ","</a:t>
            </a:r>
          </a:p>
          <a:p>
            <a:r>
              <a:rPr lang="en-IN" dirty="0"/>
              <a:t>                &lt;&lt; </a:t>
            </a:r>
            <a:r>
              <a:rPr lang="en-IN" dirty="0" err="1"/>
              <a:t>product.variant</a:t>
            </a:r>
            <a:r>
              <a:rPr lang="en-IN" dirty="0"/>
              <a:t> &lt;&lt; "," &lt;&lt; </a:t>
            </a:r>
            <a:r>
              <a:rPr lang="en-IN" dirty="0" err="1"/>
              <a:t>product.price</a:t>
            </a:r>
            <a:r>
              <a:rPr lang="en-IN" dirty="0"/>
              <a:t> &lt;&lt; "," &lt;&lt; </a:t>
            </a:r>
            <a:r>
              <a:rPr lang="en-IN" dirty="0" err="1"/>
              <a:t>product.quantity</a:t>
            </a:r>
            <a:r>
              <a:rPr lang="en-IN" dirty="0"/>
              <a:t> &lt;&lt; "," &lt;&lt; </a:t>
            </a:r>
            <a:r>
              <a:rPr lang="en-IN" dirty="0" err="1"/>
              <a:t>product.reOrderLevel</a:t>
            </a:r>
            <a:r>
              <a:rPr lang="en-IN" dirty="0"/>
              <a:t> &lt;&lt; "," &lt;&lt; </a:t>
            </a:r>
            <a:r>
              <a:rPr lang="en-IN" dirty="0" err="1"/>
              <a:t>product.lastUpdateDate</a:t>
            </a:r>
            <a:r>
              <a:rPr lang="en-IN" dirty="0"/>
              <a:t> &lt;&lt; ","</a:t>
            </a:r>
          </a:p>
          <a:p>
            <a:r>
              <a:rPr lang="en-IN" dirty="0"/>
              <a:t>                &lt;&lt; </a:t>
            </a:r>
            <a:r>
              <a:rPr lang="en-IN" dirty="0" err="1"/>
              <a:t>product.status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outFile.close</a:t>
            </a:r>
            <a:r>
              <a:rPr lang="en-IN" dirty="0"/>
              <a:t>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5137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E6CA89-6CFE-DCED-8D71-C295C7E67852}"/>
              </a:ext>
            </a:extLst>
          </p:cNvPr>
          <p:cNvSpPr txBox="1"/>
          <p:nvPr/>
        </p:nvSpPr>
        <p:spPr>
          <a:xfrm>
            <a:off x="265470" y="342640"/>
            <a:ext cx="28513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1.3.3 Delete Product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C69575-B30C-8666-8EBA-264FF613FB9F}"/>
              </a:ext>
            </a:extLst>
          </p:cNvPr>
          <p:cNvSpPr txBox="1"/>
          <p:nvPr/>
        </p:nvSpPr>
        <p:spPr>
          <a:xfrm>
            <a:off x="265470" y="665805"/>
            <a:ext cx="11749549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deleteProduct</a:t>
            </a:r>
            <a:r>
              <a:rPr lang="en-IN" dirty="0"/>
              <a:t>(string </a:t>
            </a:r>
            <a:r>
              <a:rPr lang="en-IN" dirty="0" err="1"/>
              <a:t>productId</a:t>
            </a:r>
            <a:r>
              <a:rPr lang="en-IN" dirty="0"/>
              <a:t>, string role) {</a:t>
            </a:r>
          </a:p>
          <a:p>
            <a:r>
              <a:rPr lang="en-IN" dirty="0"/>
              <a:t>    string filename;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string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    if (role == "admin") filename = </a:t>
            </a:r>
            <a:r>
              <a:rPr lang="en-IN" dirty="0" err="1"/>
              <a:t>basePath</a:t>
            </a:r>
            <a:r>
              <a:rPr lang="en-IN" dirty="0"/>
              <a:t> + "\\products.txt";</a:t>
            </a:r>
          </a:p>
          <a:p>
            <a:r>
              <a:rPr lang="en-IN" dirty="0"/>
              <a:t>    else filename = </a:t>
            </a:r>
            <a:r>
              <a:rPr lang="en-IN" dirty="0" err="1"/>
              <a:t>basePath</a:t>
            </a:r>
            <a:r>
              <a:rPr lang="en-IN" dirty="0"/>
              <a:t> + "\\supplier_products.txt";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inFile</a:t>
            </a:r>
            <a:r>
              <a:rPr lang="en-IN" dirty="0"/>
              <a:t>(filename);</a:t>
            </a:r>
          </a:p>
          <a:p>
            <a:r>
              <a:rPr lang="en-IN" dirty="0"/>
              <a:t>   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"\\temp.txt");</a:t>
            </a:r>
          </a:p>
          <a:p>
            <a:r>
              <a:rPr lang="en-IN" dirty="0"/>
              <a:t>    string line;</a:t>
            </a:r>
          </a:p>
          <a:p>
            <a:r>
              <a:rPr lang="en-IN" dirty="0"/>
              <a:t>    bool found = false;</a:t>
            </a:r>
          </a:p>
          <a:p>
            <a:endParaRPr lang="en-IN" dirty="0"/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inFile</a:t>
            </a:r>
            <a:r>
              <a:rPr lang="en-IN" dirty="0"/>
              <a:t>, line))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ss(line);</a:t>
            </a:r>
          </a:p>
          <a:p>
            <a:r>
              <a:rPr lang="en-IN" dirty="0"/>
              <a:t>        string id;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id, ',');</a:t>
            </a:r>
          </a:p>
          <a:p>
            <a:endParaRPr lang="en-IN" dirty="0"/>
          </a:p>
          <a:p>
            <a:r>
              <a:rPr lang="en-IN" dirty="0"/>
              <a:t>        if (id != </a:t>
            </a:r>
            <a:r>
              <a:rPr lang="en-IN" dirty="0" err="1"/>
              <a:t>productId</a:t>
            </a:r>
            <a:r>
              <a:rPr lang="en-IN" dirty="0"/>
              <a:t>) {</a:t>
            </a:r>
          </a:p>
          <a:p>
            <a:r>
              <a:rPr lang="en-IN" dirty="0"/>
              <a:t>            </a:t>
            </a:r>
            <a:r>
              <a:rPr lang="en-IN" dirty="0" err="1"/>
              <a:t>outFile</a:t>
            </a:r>
            <a:r>
              <a:rPr lang="en-IN" dirty="0"/>
              <a:t> &lt;&lt; line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} else {</a:t>
            </a:r>
          </a:p>
          <a:p>
            <a:r>
              <a:rPr lang="en-IN" dirty="0"/>
              <a:t>            found = true;</a:t>
            </a:r>
          </a:p>
          <a:p>
            <a:r>
              <a:rPr lang="en-IN" dirty="0"/>
              <a:t>        } }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642013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28BE6E-63B6-08FE-5D9D-E38FA932F50A}"/>
              </a:ext>
            </a:extLst>
          </p:cNvPr>
          <p:cNvSpPr txBox="1"/>
          <p:nvPr/>
        </p:nvSpPr>
        <p:spPr>
          <a:xfrm>
            <a:off x="265471" y="139621"/>
            <a:ext cx="11661058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inFile.close</a:t>
            </a:r>
            <a:r>
              <a:rPr lang="en-IN" dirty="0"/>
              <a:t>();</a:t>
            </a:r>
          </a:p>
          <a:p>
            <a:r>
              <a:rPr lang="en-IN" dirty="0"/>
              <a:t>    </a:t>
            </a:r>
            <a:r>
              <a:rPr lang="en-IN" dirty="0" err="1"/>
              <a:t>outFile.close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if (found) {</a:t>
            </a:r>
          </a:p>
          <a:p>
            <a:r>
              <a:rPr lang="en-IN" dirty="0"/>
              <a:t>        remove(</a:t>
            </a:r>
            <a:r>
              <a:rPr lang="en-IN" dirty="0" err="1"/>
              <a:t>filename.c_str</a:t>
            </a:r>
            <a:r>
              <a:rPr lang="en-IN" dirty="0"/>
              <a:t>());</a:t>
            </a:r>
          </a:p>
          <a:p>
            <a:r>
              <a:rPr lang="en-IN" dirty="0"/>
              <a:t>        rename((</a:t>
            </a:r>
            <a:r>
              <a:rPr lang="en-IN" dirty="0" err="1"/>
              <a:t>basePath</a:t>
            </a:r>
            <a:r>
              <a:rPr lang="en-IN" dirty="0"/>
              <a:t> + "\\temp.txt").</a:t>
            </a:r>
            <a:r>
              <a:rPr lang="en-IN" dirty="0" err="1"/>
              <a:t>c_str</a:t>
            </a:r>
            <a:r>
              <a:rPr lang="en-IN" dirty="0"/>
              <a:t>(), </a:t>
            </a:r>
            <a:r>
              <a:rPr lang="en-IN" dirty="0" err="1"/>
              <a:t>filename.c_str</a:t>
            </a:r>
            <a:r>
              <a:rPr lang="en-IN" dirty="0"/>
              <a:t>());</a:t>
            </a:r>
          </a:p>
          <a:p>
            <a:r>
              <a:rPr lang="en-IN" dirty="0"/>
              <a:t>    } else {</a:t>
            </a:r>
          </a:p>
          <a:p>
            <a:r>
              <a:rPr lang="en-IN" dirty="0"/>
              <a:t>        remove((</a:t>
            </a:r>
            <a:r>
              <a:rPr lang="en-IN" dirty="0" err="1"/>
              <a:t>basePath</a:t>
            </a:r>
            <a:r>
              <a:rPr lang="en-IN" dirty="0"/>
              <a:t> + "\\temp.txt").</a:t>
            </a:r>
            <a:r>
              <a:rPr lang="en-IN" dirty="0" err="1"/>
              <a:t>c_str</a:t>
            </a:r>
            <a:r>
              <a:rPr lang="en-IN" dirty="0"/>
              <a:t>());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"Product with ID " &lt;&lt; </a:t>
            </a:r>
            <a:r>
              <a:rPr lang="en-IN" dirty="0" err="1"/>
              <a:t>productId</a:t>
            </a:r>
            <a:r>
              <a:rPr lang="en-IN" dirty="0"/>
              <a:t> &lt;&lt; " not found in product file!"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stockIn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"\\stock.txt");</a:t>
            </a:r>
          </a:p>
          <a:p>
            <a:r>
              <a:rPr lang="en-IN" dirty="0"/>
              <a:t>   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stockOut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"\\stock_temp.txt");</a:t>
            </a:r>
          </a:p>
          <a:p>
            <a:r>
              <a:rPr lang="en-IN" dirty="0"/>
              <a:t>    string </a:t>
            </a:r>
            <a:r>
              <a:rPr lang="en-IN" dirty="0" err="1"/>
              <a:t>stockLine</a:t>
            </a:r>
            <a:r>
              <a:rPr lang="en-IN" dirty="0"/>
              <a:t>;</a:t>
            </a:r>
          </a:p>
          <a:p>
            <a:r>
              <a:rPr lang="en-IN" dirty="0"/>
              <a:t>    bool </a:t>
            </a:r>
            <a:r>
              <a:rPr lang="en-IN" dirty="0" err="1"/>
              <a:t>stockFound</a:t>
            </a:r>
            <a:r>
              <a:rPr lang="en-IN" dirty="0"/>
              <a:t> = false;</a:t>
            </a:r>
          </a:p>
          <a:p>
            <a:endParaRPr lang="en-IN" dirty="0"/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stockIn</a:t>
            </a:r>
            <a:r>
              <a:rPr lang="en-IN" dirty="0"/>
              <a:t>, </a:t>
            </a:r>
            <a:r>
              <a:rPr lang="en-IN" dirty="0" err="1"/>
              <a:t>stockLine</a:t>
            </a:r>
            <a:r>
              <a:rPr lang="en-IN" dirty="0"/>
              <a:t>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</a:t>
            </a:r>
            <a:r>
              <a:rPr lang="en-IN" dirty="0" err="1"/>
              <a:t>stockLine</a:t>
            </a:r>
            <a:r>
              <a:rPr lang="en-IN" dirty="0"/>
              <a:t>);</a:t>
            </a:r>
          </a:p>
          <a:p>
            <a:r>
              <a:rPr lang="en-IN" dirty="0"/>
              <a:t>        string id;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id, ',');</a:t>
            </a:r>
          </a:p>
          <a:p>
            <a:endParaRPr lang="en-IN" dirty="0"/>
          </a:p>
          <a:p>
            <a:r>
              <a:rPr lang="en-IN" dirty="0"/>
              <a:t>        if (id != </a:t>
            </a:r>
            <a:r>
              <a:rPr lang="en-IN" dirty="0" err="1"/>
              <a:t>productId</a:t>
            </a:r>
            <a:r>
              <a:rPr lang="en-IN" dirty="0"/>
              <a:t>) </a:t>
            </a:r>
            <a:r>
              <a:rPr lang="en-IN" dirty="0" err="1"/>
              <a:t>stockOut</a:t>
            </a:r>
            <a:r>
              <a:rPr lang="en-IN" dirty="0"/>
              <a:t> &lt;&lt; </a:t>
            </a:r>
            <a:r>
              <a:rPr lang="en-IN" dirty="0" err="1"/>
              <a:t>stockLine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else </a:t>
            </a:r>
            <a:r>
              <a:rPr lang="en-IN" dirty="0" err="1"/>
              <a:t>stockFound</a:t>
            </a:r>
            <a:r>
              <a:rPr lang="en-IN" dirty="0"/>
              <a:t> = true;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010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883EF6-80DF-EC18-3BD1-32E0D2958985}"/>
              </a:ext>
            </a:extLst>
          </p:cNvPr>
          <p:cNvSpPr txBox="1"/>
          <p:nvPr/>
        </p:nvSpPr>
        <p:spPr>
          <a:xfrm>
            <a:off x="580103" y="231339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stockIn.close</a:t>
            </a:r>
            <a:r>
              <a:rPr lang="en-IN" dirty="0"/>
              <a:t>();</a:t>
            </a:r>
          </a:p>
          <a:p>
            <a:r>
              <a:rPr lang="en-IN" dirty="0"/>
              <a:t>    </a:t>
            </a:r>
            <a:r>
              <a:rPr lang="en-IN" dirty="0" err="1"/>
              <a:t>stockOut.close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remove((</a:t>
            </a:r>
            <a:r>
              <a:rPr lang="en-IN" dirty="0" err="1"/>
              <a:t>basePath</a:t>
            </a:r>
            <a:r>
              <a:rPr lang="en-IN" dirty="0"/>
              <a:t> + "\\stock.txt").</a:t>
            </a:r>
            <a:r>
              <a:rPr lang="en-IN" dirty="0" err="1"/>
              <a:t>c_str</a:t>
            </a:r>
            <a:r>
              <a:rPr lang="en-IN" dirty="0"/>
              <a:t>());</a:t>
            </a:r>
          </a:p>
          <a:p>
            <a:r>
              <a:rPr lang="en-IN" dirty="0"/>
              <a:t>    rename((</a:t>
            </a:r>
            <a:r>
              <a:rPr lang="en-IN" dirty="0" err="1"/>
              <a:t>basePath</a:t>
            </a:r>
            <a:r>
              <a:rPr lang="en-IN" dirty="0"/>
              <a:t> + "\\stock_temp.txt").</a:t>
            </a:r>
            <a:r>
              <a:rPr lang="en-IN" dirty="0" err="1"/>
              <a:t>c_str</a:t>
            </a:r>
            <a:r>
              <a:rPr lang="en-IN" dirty="0"/>
              <a:t>(), "stock.txt");</a:t>
            </a:r>
          </a:p>
          <a:p>
            <a:endParaRPr lang="en-IN" dirty="0"/>
          </a:p>
          <a:p>
            <a:r>
              <a:rPr lang="en-IN" dirty="0"/>
              <a:t>    if (found || </a:t>
            </a:r>
            <a:r>
              <a:rPr lang="en-IN" dirty="0" err="1"/>
              <a:t>stockFound</a:t>
            </a:r>
            <a:r>
              <a:rPr lang="en-IN" dirty="0"/>
              <a:t>) </a:t>
            </a:r>
            <a:r>
              <a:rPr lang="en-IN" dirty="0" err="1"/>
              <a:t>cout</a:t>
            </a:r>
            <a:r>
              <a:rPr lang="en-IN" dirty="0"/>
              <a:t> &lt;&lt; "Product with ID " &lt;&lt; </a:t>
            </a:r>
            <a:r>
              <a:rPr lang="en-IN" dirty="0" err="1"/>
              <a:t>productId</a:t>
            </a:r>
            <a:r>
              <a:rPr lang="en-IN" dirty="0"/>
              <a:t> &lt;&lt; " deleted successfully from records."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62702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C536FA-0B02-412E-DA58-E5C51D5DFA96}"/>
              </a:ext>
            </a:extLst>
          </p:cNvPr>
          <p:cNvSpPr txBox="1"/>
          <p:nvPr/>
        </p:nvSpPr>
        <p:spPr>
          <a:xfrm>
            <a:off x="265470" y="342640"/>
            <a:ext cx="28513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1.3.4    View Product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A01219-60BE-7529-FBBC-D43338E75773}"/>
              </a:ext>
            </a:extLst>
          </p:cNvPr>
          <p:cNvSpPr txBox="1"/>
          <p:nvPr/>
        </p:nvSpPr>
        <p:spPr>
          <a:xfrm>
            <a:off x="265470" y="665805"/>
            <a:ext cx="1155290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viewProduct</a:t>
            </a:r>
            <a:r>
              <a:rPr lang="en-IN" dirty="0"/>
              <a:t>(string role){</a:t>
            </a:r>
          </a:p>
          <a:p>
            <a:r>
              <a:rPr lang="en-IN" dirty="0"/>
              <a:t>	</a:t>
            </a:r>
            <a:r>
              <a:rPr lang="en-IN" dirty="0" err="1"/>
              <a:t>cout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string </a:t>
            </a:r>
            <a:r>
              <a:rPr lang="en-IN" dirty="0" err="1"/>
              <a:t>filename,row,productId</a:t>
            </a:r>
            <a:r>
              <a:rPr lang="en-IN" dirty="0"/>
              <a:t>, </a:t>
            </a:r>
            <a:r>
              <a:rPr lang="en-IN" dirty="0" err="1"/>
              <a:t>productName</a:t>
            </a:r>
            <a:r>
              <a:rPr lang="en-IN" dirty="0"/>
              <a:t>, category, brand, model, variant, price, qty, reorder, </a:t>
            </a:r>
            <a:r>
              <a:rPr lang="en-IN" dirty="0" err="1"/>
              <a:t>lastUpdate</a:t>
            </a:r>
            <a:r>
              <a:rPr lang="en-IN" dirty="0"/>
              <a:t>, status;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string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	if (role == "admin" || role == "</a:t>
            </a:r>
            <a:r>
              <a:rPr lang="en-IN" dirty="0" err="1"/>
              <a:t>saler</a:t>
            </a:r>
            <a:r>
              <a:rPr lang="en-IN" dirty="0"/>
              <a:t>" || role == "manager") filename = </a:t>
            </a:r>
            <a:r>
              <a:rPr lang="en-IN" dirty="0" err="1"/>
              <a:t>basePath</a:t>
            </a:r>
            <a:r>
              <a:rPr lang="en-IN" dirty="0"/>
              <a:t> + "\\products.txt";</a:t>
            </a:r>
          </a:p>
          <a:p>
            <a:r>
              <a:rPr lang="en-IN" dirty="0"/>
              <a:t>	else if (role == "supplier") filename = </a:t>
            </a:r>
            <a:r>
              <a:rPr lang="en-IN" dirty="0" err="1"/>
              <a:t>basePath</a:t>
            </a:r>
            <a:r>
              <a:rPr lang="en-IN" dirty="0"/>
              <a:t> + "\\supplier_products.txt";</a:t>
            </a:r>
          </a:p>
          <a:p>
            <a:r>
              <a:rPr lang="en-IN" dirty="0"/>
              <a:t>        	</a:t>
            </a:r>
          </a:p>
          <a:p>
            <a:r>
              <a:rPr lang="en-IN" dirty="0"/>
              <a:t>		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inFile</a:t>
            </a:r>
            <a:r>
              <a:rPr lang="en-IN" dirty="0"/>
              <a:t>(filename);</a:t>
            </a:r>
          </a:p>
          <a:p>
            <a:r>
              <a:rPr lang="en-IN" dirty="0"/>
              <a:t>        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(110) &lt;&lt;"|| PRODUCT LIST ||" &lt;&lt;</a:t>
            </a:r>
            <a:r>
              <a:rPr lang="en-IN" dirty="0" err="1"/>
              <a:t>endl</a:t>
            </a:r>
            <a:r>
              <a:rPr lang="en-IN" dirty="0"/>
              <a:t> 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"ID\t\</a:t>
            </a:r>
            <a:r>
              <a:rPr lang="en-IN" dirty="0" err="1"/>
              <a:t>tName</a:t>
            </a:r>
            <a:r>
              <a:rPr lang="en-IN" dirty="0"/>
              <a:t>\t\t\</a:t>
            </a:r>
            <a:r>
              <a:rPr lang="en-IN" dirty="0" err="1"/>
              <a:t>tCategory</a:t>
            </a:r>
            <a:r>
              <a:rPr lang="en-IN" dirty="0"/>
              <a:t>\t\</a:t>
            </a:r>
            <a:r>
              <a:rPr lang="en-IN" dirty="0" err="1"/>
              <a:t>tBrand</a:t>
            </a:r>
            <a:r>
              <a:rPr lang="en-IN" dirty="0"/>
              <a:t>\t\</a:t>
            </a:r>
            <a:r>
              <a:rPr lang="en-IN" dirty="0" err="1"/>
              <a:t>tModel</a:t>
            </a:r>
            <a:r>
              <a:rPr lang="en-IN" dirty="0"/>
              <a:t>\t\t\</a:t>
            </a:r>
            <a:r>
              <a:rPr lang="en-IN" dirty="0" err="1"/>
              <a:t>tVariant</a:t>
            </a:r>
            <a:r>
              <a:rPr lang="en-IN" dirty="0"/>
              <a:t>\t\</a:t>
            </a:r>
            <a:r>
              <a:rPr lang="en-IN" dirty="0" err="1"/>
              <a:t>tPrice</a:t>
            </a:r>
            <a:r>
              <a:rPr lang="en-IN" dirty="0"/>
              <a:t>\t\</a:t>
            </a:r>
            <a:r>
              <a:rPr lang="en-IN" dirty="0" err="1"/>
              <a:t>tQty</a:t>
            </a:r>
            <a:r>
              <a:rPr lang="en-IN" dirty="0"/>
              <a:t>\t\</a:t>
            </a:r>
            <a:r>
              <a:rPr lang="en-IN" dirty="0" err="1"/>
              <a:t>tReOrder</a:t>
            </a:r>
            <a:r>
              <a:rPr lang="en-IN" dirty="0"/>
              <a:t>\t\</a:t>
            </a:r>
            <a:r>
              <a:rPr lang="en-IN" dirty="0" err="1"/>
              <a:t>tLastUpdate</a:t>
            </a:r>
            <a:r>
              <a:rPr lang="en-IN" dirty="0"/>
              <a:t>\</a:t>
            </a:r>
            <a:r>
              <a:rPr lang="en-IN" dirty="0" err="1"/>
              <a:t>tStatus</a:t>
            </a:r>
            <a:r>
              <a:rPr lang="en-IN" dirty="0"/>
              <a:t>\n";</a:t>
            </a:r>
          </a:p>
          <a:p>
            <a:r>
              <a:rPr lang="en-IN" dirty="0"/>
              <a:t>        line(210,"-");</a:t>
            </a:r>
          </a:p>
          <a:p>
            <a:r>
              <a:rPr lang="en-IN" dirty="0"/>
              <a:t>        </a:t>
            </a:r>
          </a:p>
          <a:p>
            <a:r>
              <a:rPr lang="en-IN" dirty="0"/>
              <a:t>        bool </a:t>
            </a:r>
            <a:r>
              <a:rPr lang="en-IN" dirty="0" err="1"/>
              <a:t>checkProduct</a:t>
            </a:r>
            <a:r>
              <a:rPr lang="en-IN" dirty="0"/>
              <a:t> = false;</a:t>
            </a:r>
          </a:p>
          <a:p>
            <a:r>
              <a:rPr lang="en-IN" dirty="0"/>
              <a:t>    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inFile</a:t>
            </a:r>
            <a:r>
              <a:rPr lang="en-IN" dirty="0"/>
              <a:t>, row)) {</a:t>
            </a:r>
          </a:p>
          <a:p>
            <a:r>
              <a:rPr lang="en-IN" dirty="0"/>
              <a:t>        	if(role == "manager" || role == "</a:t>
            </a:r>
            <a:r>
              <a:rPr lang="en-IN" dirty="0" err="1"/>
              <a:t>saler</a:t>
            </a:r>
            <a:r>
              <a:rPr lang="en-IN" dirty="0"/>
              <a:t>"){</a:t>
            </a:r>
          </a:p>
          <a:p>
            <a:r>
              <a:rPr lang="en-IN" dirty="0"/>
              <a:t>        		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	</a:t>
            </a:r>
          </a:p>
          <a:p>
            <a:r>
              <a:rPr lang="en-IN" dirty="0"/>
              <a:t>	        	</a:t>
            </a:r>
          </a:p>
        </p:txBody>
      </p:sp>
    </p:spTree>
    <p:extLst>
      <p:ext uri="{BB962C8B-B14F-4D97-AF65-F5344CB8AC3E}">
        <p14:creationId xmlns:p14="http://schemas.microsoft.com/office/powerpoint/2010/main" val="931255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64F5FCC-8C0C-3B14-9E1F-03FFF5A99FC3}"/>
              </a:ext>
            </a:extLst>
          </p:cNvPr>
          <p:cNvSpPr txBox="1"/>
          <p:nvPr/>
        </p:nvSpPr>
        <p:spPr>
          <a:xfrm>
            <a:off x="240890" y="108430"/>
            <a:ext cx="11710220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productId</a:t>
            </a:r>
            <a:r>
              <a:rPr lang="en-IN" dirty="0"/>
              <a:t>, ',');</a:t>
            </a:r>
          </a:p>
          <a:p>
            <a:r>
              <a:rPr lang="en-IN" dirty="0"/>
              <a:t>		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productName</a:t>
            </a:r>
            <a:r>
              <a:rPr lang="en-IN" dirty="0"/>
              <a:t>, ',');</a:t>
            </a:r>
          </a:p>
          <a:p>
            <a:r>
              <a:rPr lang="en-IN" dirty="0"/>
              <a:t>		    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		    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		    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		    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		    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		       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		        </a:t>
            </a:r>
            <a:r>
              <a:rPr lang="en-IN" dirty="0" err="1"/>
              <a:t>getline</a:t>
            </a:r>
            <a:r>
              <a:rPr lang="en-IN" dirty="0"/>
              <a:t>(ss, reorder, ',');</a:t>
            </a:r>
          </a:p>
          <a:p>
            <a:r>
              <a:rPr lang="en-IN" dirty="0"/>
              <a:t>		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lastUpdate</a:t>
            </a:r>
            <a:r>
              <a:rPr lang="en-IN" dirty="0"/>
              <a:t>, ',');</a:t>
            </a:r>
          </a:p>
          <a:p>
            <a:r>
              <a:rPr lang="en-IN" dirty="0"/>
              <a:t>		    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r>
              <a:rPr lang="en-IN" dirty="0"/>
              <a:t>	            </a:t>
            </a:r>
          </a:p>
          <a:p>
            <a:r>
              <a:rPr lang="en-IN" dirty="0"/>
              <a:t>	            if( status == "Active" ){</a:t>
            </a:r>
          </a:p>
          <a:p>
            <a:r>
              <a:rPr lang="en-IN" dirty="0"/>
              <a:t>		        	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productId</a:t>
            </a:r>
            <a:r>
              <a:rPr lang="en-IN" dirty="0"/>
              <a:t> &lt;&lt; "\t\t"</a:t>
            </a:r>
          </a:p>
          <a:p>
            <a:r>
              <a:rPr lang="en-IN" dirty="0"/>
              <a:t>		             &lt;&lt; </a:t>
            </a:r>
            <a:r>
              <a:rPr lang="en-IN" dirty="0" err="1"/>
              <a:t>productName</a:t>
            </a:r>
            <a:r>
              <a:rPr lang="en-IN" dirty="0"/>
              <a:t> &lt;&lt; "\t\t" &lt;&lt; category &lt;&lt; "\t\t" &lt;&lt; brand &lt;&lt; "\t\t" &lt;&lt; model &lt;&lt; "\t\t" &lt;&lt; variant &lt;&lt; "\t\t"</a:t>
            </a:r>
          </a:p>
          <a:p>
            <a:r>
              <a:rPr lang="en-IN" dirty="0"/>
              <a:t>		             &lt;&lt; price &lt;&lt; "\t\t" &lt;&lt; qty &lt;&lt; "\t\t" &lt;&lt; reorder &lt;&lt; "\t\t" &lt;&lt; </a:t>
            </a:r>
            <a:r>
              <a:rPr lang="en-IN" dirty="0" err="1"/>
              <a:t>lastUpdate</a:t>
            </a:r>
            <a:r>
              <a:rPr lang="en-IN" dirty="0"/>
              <a:t> &lt;&lt; "\t\t" &lt;&lt; status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		}</a:t>
            </a:r>
          </a:p>
          <a:p>
            <a:r>
              <a:rPr lang="en-IN" dirty="0"/>
              <a:t>				</a:t>
            </a:r>
            <a:r>
              <a:rPr lang="en-IN" dirty="0" err="1"/>
              <a:t>checkProduct</a:t>
            </a:r>
            <a:r>
              <a:rPr lang="en-IN" dirty="0"/>
              <a:t> = true;</a:t>
            </a:r>
          </a:p>
          <a:p>
            <a:r>
              <a:rPr lang="en-IN" dirty="0"/>
              <a:t>	    	}else{</a:t>
            </a:r>
          </a:p>
          <a:p>
            <a:r>
              <a:rPr lang="en-IN" dirty="0"/>
              <a:t>	    		for(char c : row){</a:t>
            </a:r>
          </a:p>
          <a:p>
            <a:r>
              <a:rPr lang="en-IN" dirty="0"/>
              <a:t>	    			if (c == ',') </a:t>
            </a:r>
            <a:r>
              <a:rPr lang="en-IN" dirty="0" err="1"/>
              <a:t>cout</a:t>
            </a:r>
            <a:r>
              <a:rPr lang="en-IN" dirty="0"/>
              <a:t> &lt;&lt; "\t\t"; </a:t>
            </a:r>
          </a:p>
          <a:p>
            <a:r>
              <a:rPr lang="en-IN" dirty="0"/>
              <a:t>					else </a:t>
            </a:r>
            <a:r>
              <a:rPr lang="en-IN" dirty="0" err="1"/>
              <a:t>cout</a:t>
            </a:r>
            <a:r>
              <a:rPr lang="en-IN" dirty="0"/>
              <a:t> &lt;&lt; c;</a:t>
            </a:r>
          </a:p>
          <a:p>
            <a:r>
              <a:rPr lang="en-IN" dirty="0"/>
              <a:t>				}</a:t>
            </a:r>
          </a:p>
          <a:p>
            <a:r>
              <a:rPr lang="en-IN" dirty="0"/>
              <a:t>				</a:t>
            </a:r>
          </a:p>
        </p:txBody>
      </p:sp>
    </p:spTree>
    <p:extLst>
      <p:ext uri="{BB962C8B-B14F-4D97-AF65-F5344CB8AC3E}">
        <p14:creationId xmlns:p14="http://schemas.microsoft.com/office/powerpoint/2010/main" val="16954931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79F6E3-DE9C-5609-CB4B-3B1E09034CF3}"/>
              </a:ext>
            </a:extLst>
          </p:cNvPr>
          <p:cNvSpPr txBox="1"/>
          <p:nvPr/>
        </p:nvSpPr>
        <p:spPr>
          <a:xfrm>
            <a:off x="668594" y="289679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		</a:t>
            </a:r>
            <a:r>
              <a:rPr lang="en-IN" dirty="0" err="1"/>
              <a:t>checkProduct</a:t>
            </a:r>
            <a:r>
              <a:rPr lang="en-IN" dirty="0"/>
              <a:t> = true;</a:t>
            </a:r>
          </a:p>
          <a:p>
            <a:r>
              <a:rPr lang="en-IN" dirty="0"/>
              <a:t>			}</a:t>
            </a:r>
          </a:p>
          <a:p>
            <a:r>
              <a:rPr lang="en-IN" dirty="0"/>
              <a:t>		}</a:t>
            </a:r>
          </a:p>
          <a:p>
            <a:r>
              <a:rPr lang="en-IN" dirty="0"/>
              <a:t>		</a:t>
            </a:r>
            <a:r>
              <a:rPr lang="en-IN" dirty="0" err="1"/>
              <a:t>inFile.close</a:t>
            </a:r>
            <a:r>
              <a:rPr lang="en-IN" dirty="0"/>
              <a:t>();</a:t>
            </a:r>
          </a:p>
          <a:p>
            <a:r>
              <a:rPr lang="en-IN" dirty="0"/>
              <a:t>		</a:t>
            </a:r>
          </a:p>
          <a:p>
            <a:r>
              <a:rPr lang="en-IN" dirty="0"/>
              <a:t>		if(!</a:t>
            </a:r>
            <a:r>
              <a:rPr lang="en-IN" dirty="0" err="1"/>
              <a:t>checkProduct</a:t>
            </a:r>
            <a:r>
              <a:rPr lang="en-IN" dirty="0"/>
              <a:t>){</a:t>
            </a:r>
          </a:p>
          <a:p>
            <a:r>
              <a:rPr lang="en-IN" dirty="0"/>
              <a:t>			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(120) &lt;&lt; "|| Product not created or Supplied yet ||" &lt;&lt;</a:t>
            </a:r>
            <a:r>
              <a:rPr lang="en-IN" dirty="0" err="1"/>
              <a:t>endl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}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91671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7676D5-6AF3-A9A2-BFF6-E961A5FD246C}"/>
              </a:ext>
            </a:extLst>
          </p:cNvPr>
          <p:cNvSpPr txBox="1"/>
          <p:nvPr/>
        </p:nvSpPr>
        <p:spPr>
          <a:xfrm>
            <a:off x="378542" y="534370"/>
            <a:ext cx="32151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 Stock Management Menu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81D3CA-CF6E-D5A8-E3AF-E9289978DE93}"/>
              </a:ext>
            </a:extLst>
          </p:cNvPr>
          <p:cNvSpPr txBox="1"/>
          <p:nvPr/>
        </p:nvSpPr>
        <p:spPr>
          <a:xfrm>
            <a:off x="1278193" y="1120676"/>
            <a:ext cx="1034353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stockMenu</a:t>
            </a:r>
            <a:r>
              <a:rPr lang="en-IN" dirty="0"/>
              <a:t>(){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(110) &lt;&lt; "|| STOCK MANAGEMENT ||"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(91) &lt;&lt;"1. VIEW STOCK "&lt;&lt; </a:t>
            </a:r>
            <a:r>
              <a:rPr lang="en-IN" dirty="0" err="1"/>
              <a:t>setw</a:t>
            </a:r>
            <a:r>
              <a:rPr lang="en-IN" dirty="0"/>
              <a:t>(50) &lt;&lt;" 2. VIEW PRODUCT RESPONSE"&lt;&lt;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(109) &lt;&lt;"3. REQUEST SUPPLIER FOR PRODUCT "&lt;&lt; </a:t>
            </a:r>
            <a:r>
              <a:rPr lang="en-IN" dirty="0" err="1"/>
              <a:t>setw</a:t>
            </a:r>
            <a:r>
              <a:rPr lang="en-IN" dirty="0"/>
              <a:t>(16) &lt;&lt;" 4. BACK"&lt;&lt;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24A119-F7B3-DF6E-320E-4880FDD7EB6B}"/>
              </a:ext>
            </a:extLst>
          </p:cNvPr>
          <p:cNvSpPr txBox="1"/>
          <p:nvPr/>
        </p:nvSpPr>
        <p:spPr>
          <a:xfrm>
            <a:off x="378541" y="3498795"/>
            <a:ext cx="21975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1.4.1  View Stock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6319A6-D71D-2F57-FFF1-8B88A8C3D831}"/>
              </a:ext>
            </a:extLst>
          </p:cNvPr>
          <p:cNvSpPr txBox="1"/>
          <p:nvPr/>
        </p:nvSpPr>
        <p:spPr>
          <a:xfrm>
            <a:off x="226142" y="4145126"/>
            <a:ext cx="1158731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viewStock</a:t>
            </a:r>
            <a:r>
              <a:rPr lang="en-IN" dirty="0"/>
              <a:t>() {</a:t>
            </a:r>
          </a:p>
          <a:p>
            <a:r>
              <a:rPr lang="en-IN" dirty="0"/>
              <a:t>	string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stockFile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"\\stock.txt");</a:t>
            </a:r>
          </a:p>
          <a:p>
            <a:r>
              <a:rPr lang="en-IN" dirty="0"/>
              <a:t>    string row;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(110) &lt;&lt; "|| STOCK REPORT || ";</a:t>
            </a:r>
          </a:p>
          <a:p>
            <a:r>
              <a:rPr lang="en-IN" dirty="0"/>
              <a:t>	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"</a:t>
            </a:r>
            <a:r>
              <a:rPr lang="en-IN" dirty="0" err="1"/>
              <a:t>ProdID</a:t>
            </a:r>
            <a:r>
              <a:rPr lang="en-IN" dirty="0"/>
              <a:t>\t\</a:t>
            </a:r>
            <a:r>
              <a:rPr lang="en-IN" dirty="0" err="1"/>
              <a:t>tName</a:t>
            </a:r>
            <a:r>
              <a:rPr lang="en-IN" dirty="0"/>
              <a:t>\t\</a:t>
            </a:r>
            <a:r>
              <a:rPr lang="en-IN" dirty="0" err="1"/>
              <a:t>tCategory</a:t>
            </a:r>
            <a:r>
              <a:rPr lang="en-IN" dirty="0"/>
              <a:t>\t\</a:t>
            </a:r>
            <a:r>
              <a:rPr lang="en-IN" dirty="0" err="1"/>
              <a:t>tBrand</a:t>
            </a:r>
            <a:r>
              <a:rPr lang="en-IN" dirty="0"/>
              <a:t>\t\</a:t>
            </a:r>
            <a:r>
              <a:rPr lang="en-IN" dirty="0" err="1"/>
              <a:t>tCarModel</a:t>
            </a:r>
            <a:r>
              <a:rPr lang="en-IN" dirty="0"/>
              <a:t>\</a:t>
            </a:r>
            <a:r>
              <a:rPr lang="en-IN" dirty="0" err="1"/>
              <a:t>tVariant</a:t>
            </a:r>
            <a:r>
              <a:rPr lang="en-IN" dirty="0"/>
              <a:t>\t\</a:t>
            </a:r>
            <a:r>
              <a:rPr lang="en-IN" dirty="0" err="1"/>
              <a:t>tPrice</a:t>
            </a:r>
            <a:r>
              <a:rPr lang="en-IN" dirty="0"/>
              <a:t>\t\</a:t>
            </a:r>
            <a:r>
              <a:rPr lang="en-IN" dirty="0" err="1"/>
              <a:t>tTotalQty</a:t>
            </a:r>
            <a:r>
              <a:rPr lang="en-IN" dirty="0"/>
              <a:t>\t\</a:t>
            </a:r>
            <a:r>
              <a:rPr lang="en-IN" dirty="0" err="1"/>
              <a:t>tQtyIn</a:t>
            </a:r>
            <a:r>
              <a:rPr lang="en-IN" dirty="0"/>
              <a:t>\t\</a:t>
            </a:r>
            <a:r>
              <a:rPr lang="en-IN" dirty="0" err="1"/>
              <a:t>tQtyOut</a:t>
            </a:r>
            <a:r>
              <a:rPr lang="en-IN" dirty="0"/>
              <a:t>\t\</a:t>
            </a:r>
            <a:r>
              <a:rPr lang="en-IN" dirty="0" err="1"/>
              <a:t>tStatus</a:t>
            </a:r>
            <a:r>
              <a:rPr lang="en-IN" dirty="0"/>
              <a:t>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line(210, "-");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465364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838779-EA83-991C-0190-82D8CECA3AE7}"/>
              </a:ext>
            </a:extLst>
          </p:cNvPr>
          <p:cNvSpPr txBox="1"/>
          <p:nvPr/>
        </p:nvSpPr>
        <p:spPr>
          <a:xfrm>
            <a:off x="580103" y="264733"/>
            <a:ext cx="872121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bool found = false;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stockFile</a:t>
            </a:r>
            <a:r>
              <a:rPr lang="en-IN" dirty="0"/>
              <a:t>, row)) {</a:t>
            </a:r>
          </a:p>
          <a:p>
            <a:r>
              <a:rPr lang="en-IN" dirty="0"/>
              <a:t>        for (char c : row) {</a:t>
            </a:r>
          </a:p>
          <a:p>
            <a:r>
              <a:rPr lang="en-IN" dirty="0"/>
              <a:t>            if (c == ',') </a:t>
            </a:r>
            <a:r>
              <a:rPr lang="en-IN" dirty="0" err="1"/>
              <a:t>cout</a:t>
            </a:r>
            <a:r>
              <a:rPr lang="en-IN" dirty="0"/>
              <a:t> &lt;&lt; "\t\t";</a:t>
            </a:r>
          </a:p>
          <a:p>
            <a:r>
              <a:rPr lang="en-IN" dirty="0"/>
              <a:t>            else </a:t>
            </a:r>
            <a:r>
              <a:rPr lang="en-IN" dirty="0" err="1"/>
              <a:t>cout</a:t>
            </a:r>
            <a:r>
              <a:rPr lang="en-IN" dirty="0"/>
              <a:t> &lt;&lt; c;</a:t>
            </a:r>
          </a:p>
          <a:p>
            <a:r>
              <a:rPr lang="en-IN" dirty="0"/>
              <a:t>            found = true;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if(!found){</a:t>
            </a:r>
          </a:p>
          <a:p>
            <a:r>
              <a:rPr lang="en-IN" dirty="0"/>
              <a:t>		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(120) &lt;&lt; " || No Stock Outgoing or incoming Yet ||"&lt;&lt; </a:t>
            </a:r>
            <a:r>
              <a:rPr lang="en-IN" dirty="0" err="1"/>
              <a:t>endl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}</a:t>
            </a:r>
          </a:p>
          <a:p>
            <a:r>
              <a:rPr lang="en-IN" dirty="0"/>
              <a:t>    </a:t>
            </a:r>
            <a:r>
              <a:rPr lang="en-IN" dirty="0" err="1"/>
              <a:t>stockFile.close</a:t>
            </a:r>
            <a:r>
              <a:rPr lang="en-IN" dirty="0"/>
              <a:t>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27206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1CC162-C343-7304-1C03-6AB9C8C0A072}"/>
              </a:ext>
            </a:extLst>
          </p:cNvPr>
          <p:cNvSpPr txBox="1"/>
          <p:nvPr/>
        </p:nvSpPr>
        <p:spPr>
          <a:xfrm>
            <a:off x="260554" y="244317"/>
            <a:ext cx="33282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1.4.2  View Product Response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D74481-B241-7298-EA6D-074C107FF515}"/>
              </a:ext>
            </a:extLst>
          </p:cNvPr>
          <p:cNvSpPr txBox="1"/>
          <p:nvPr/>
        </p:nvSpPr>
        <p:spPr>
          <a:xfrm>
            <a:off x="172064" y="704260"/>
            <a:ext cx="11670892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Staff::</a:t>
            </a:r>
            <a:r>
              <a:rPr lang="en-IN" dirty="0" err="1"/>
              <a:t>viewSupplierProduct</a:t>
            </a:r>
            <a:r>
              <a:rPr lang="en-IN" dirty="0"/>
              <a:t>() {</a:t>
            </a:r>
          </a:p>
          <a:p>
            <a:r>
              <a:rPr lang="en-IN" dirty="0"/>
              <a:t>	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responseFile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"\\request_to_suppler.txt");</a:t>
            </a:r>
          </a:p>
          <a:p>
            <a:r>
              <a:rPr lang="en-IN" dirty="0"/>
              <a:t>    string row, </a:t>
            </a:r>
            <a:r>
              <a:rPr lang="en-IN" dirty="0" err="1"/>
              <a:t>getRequestId</a:t>
            </a:r>
            <a:r>
              <a:rPr lang="en-IN" dirty="0"/>
              <a:t>;</a:t>
            </a:r>
          </a:p>
          <a:p>
            <a:r>
              <a:rPr lang="en-IN" dirty="0"/>
              <a:t>    bool found = false;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(120) &lt;&lt; "|| PRODUCT LIST WHICH IS SUPPLY BY THE SUPPLIER ||"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"</a:t>
            </a:r>
            <a:r>
              <a:rPr lang="en-IN" dirty="0" err="1"/>
              <a:t>RequestId</a:t>
            </a:r>
            <a:r>
              <a:rPr lang="en-IN" dirty="0"/>
              <a:t>\t\</a:t>
            </a:r>
            <a:r>
              <a:rPr lang="en-IN" dirty="0" err="1"/>
              <a:t>tProductId</a:t>
            </a:r>
            <a:r>
              <a:rPr lang="en-IN" dirty="0"/>
              <a:t>\</a:t>
            </a:r>
            <a:r>
              <a:rPr lang="en-IN" dirty="0" err="1"/>
              <a:t>tName</a:t>
            </a:r>
            <a:r>
              <a:rPr lang="en-IN" dirty="0"/>
              <a:t>\t\</a:t>
            </a:r>
            <a:r>
              <a:rPr lang="en-IN" dirty="0" err="1"/>
              <a:t>tBrand</a:t>
            </a:r>
            <a:r>
              <a:rPr lang="en-IN" dirty="0"/>
              <a:t>\t\</a:t>
            </a:r>
            <a:r>
              <a:rPr lang="en-IN" dirty="0" err="1"/>
              <a:t>tCategory</a:t>
            </a:r>
            <a:r>
              <a:rPr lang="en-IN" dirty="0"/>
              <a:t>\t\</a:t>
            </a:r>
            <a:r>
              <a:rPr lang="en-IN" dirty="0" err="1"/>
              <a:t>tModel</a:t>
            </a:r>
            <a:r>
              <a:rPr lang="en-IN" dirty="0"/>
              <a:t>\t\</a:t>
            </a:r>
            <a:r>
              <a:rPr lang="en-IN" dirty="0" err="1"/>
              <a:t>tPrice</a:t>
            </a:r>
            <a:r>
              <a:rPr lang="en-IN" dirty="0"/>
              <a:t>\t\</a:t>
            </a:r>
            <a:r>
              <a:rPr lang="en-IN" dirty="0" err="1"/>
              <a:t>tVariant</a:t>
            </a:r>
            <a:r>
              <a:rPr lang="en-IN" dirty="0"/>
              <a:t>\t\</a:t>
            </a:r>
            <a:r>
              <a:rPr lang="en-IN" dirty="0" err="1"/>
              <a:t>tQuantity</a:t>
            </a:r>
            <a:r>
              <a:rPr lang="en-IN" dirty="0"/>
              <a:t>\t\</a:t>
            </a:r>
            <a:r>
              <a:rPr lang="en-IN" dirty="0" err="1"/>
              <a:t>tDate</a:t>
            </a:r>
            <a:r>
              <a:rPr lang="en-IN" dirty="0"/>
              <a:t>\t\</a:t>
            </a:r>
            <a:r>
              <a:rPr lang="en-IN" dirty="0" err="1"/>
              <a:t>tStatus</a:t>
            </a:r>
            <a:r>
              <a:rPr lang="en-IN" dirty="0"/>
              <a:t>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line(210, "-");</a:t>
            </a:r>
          </a:p>
          <a:p>
            <a:endParaRPr lang="en-IN" dirty="0"/>
          </a:p>
          <a:p>
            <a:r>
              <a:rPr lang="en-IN" dirty="0"/>
              <a:t>    vector&lt;string&gt; requests;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responseFile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requests.push_back</a:t>
            </a:r>
            <a:r>
              <a:rPr lang="en-IN" dirty="0"/>
              <a:t>(row);</a:t>
            </a:r>
          </a:p>
          <a:p>
            <a:r>
              <a:rPr lang="en-IN" dirty="0"/>
              <a:t>        for (char </a:t>
            </a:r>
            <a:r>
              <a:rPr lang="en-IN" dirty="0" err="1"/>
              <a:t>ch</a:t>
            </a:r>
            <a:r>
              <a:rPr lang="en-IN" dirty="0"/>
              <a:t> : row) {</a:t>
            </a:r>
          </a:p>
          <a:p>
            <a:r>
              <a:rPr lang="en-IN" dirty="0"/>
              <a:t>            if (</a:t>
            </a:r>
            <a:r>
              <a:rPr lang="en-IN" dirty="0" err="1"/>
              <a:t>ch</a:t>
            </a:r>
            <a:r>
              <a:rPr lang="en-IN" dirty="0"/>
              <a:t> == ',') </a:t>
            </a:r>
            <a:r>
              <a:rPr lang="en-IN" dirty="0" err="1"/>
              <a:t>cout</a:t>
            </a:r>
            <a:r>
              <a:rPr lang="en-IN" dirty="0"/>
              <a:t> &lt;&lt; "\t\t";</a:t>
            </a:r>
          </a:p>
          <a:p>
            <a:r>
              <a:rPr lang="en-IN" dirty="0"/>
              <a:t>            else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ch</a:t>
            </a:r>
            <a:r>
              <a:rPr lang="en-IN" dirty="0"/>
              <a:t>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found = true;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responseFile.close</a:t>
            </a:r>
            <a:r>
              <a:rPr lang="en-IN" dirty="0"/>
              <a:t>();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65067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C20832-823E-AA43-D9AB-2B1E3B80F28F}"/>
              </a:ext>
            </a:extLst>
          </p:cNvPr>
          <p:cNvSpPr txBox="1"/>
          <p:nvPr/>
        </p:nvSpPr>
        <p:spPr>
          <a:xfrm>
            <a:off x="531842" y="243069"/>
            <a:ext cx="11128316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if (!found)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"Supplier Response is Not created yet"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"Enter Request id which quantity add in your stock : ";</a:t>
            </a:r>
          </a:p>
          <a:p>
            <a:r>
              <a:rPr lang="en-IN" dirty="0"/>
              <a:t>    </a:t>
            </a:r>
            <a:r>
              <a:rPr lang="en-IN" dirty="0" err="1"/>
              <a:t>cin</a:t>
            </a:r>
            <a:r>
              <a:rPr lang="en-IN" dirty="0"/>
              <a:t> &gt;&gt; </a:t>
            </a:r>
            <a:r>
              <a:rPr lang="en-IN" dirty="0" err="1"/>
              <a:t>getRequestId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string </a:t>
            </a:r>
            <a:r>
              <a:rPr lang="en-IN" dirty="0" err="1"/>
              <a:t>matchedLine</a:t>
            </a:r>
            <a:r>
              <a:rPr lang="en-IN" dirty="0"/>
              <a:t> = "";</a:t>
            </a:r>
          </a:p>
          <a:p>
            <a:r>
              <a:rPr lang="en-IN" dirty="0"/>
              <a:t>    for (string &amp;</a:t>
            </a:r>
            <a:r>
              <a:rPr lang="en-IN" dirty="0" err="1"/>
              <a:t>reqLine</a:t>
            </a:r>
            <a:r>
              <a:rPr lang="en-IN" dirty="0"/>
              <a:t> : requests)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</a:t>
            </a:r>
            <a:r>
              <a:rPr lang="en-IN" dirty="0" err="1"/>
              <a:t>reqLine</a:t>
            </a:r>
            <a:r>
              <a:rPr lang="en-IN" dirty="0"/>
              <a:t>);</a:t>
            </a:r>
          </a:p>
          <a:p>
            <a:r>
              <a:rPr lang="en-IN" dirty="0"/>
              <a:t>        string </a:t>
            </a:r>
            <a:r>
              <a:rPr lang="en-IN" dirty="0" err="1"/>
              <a:t>reqId</a:t>
            </a:r>
            <a:r>
              <a:rPr lang="en-IN" dirty="0"/>
              <a:t>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reqId</a:t>
            </a:r>
            <a:r>
              <a:rPr lang="en-IN" dirty="0"/>
              <a:t>, ',');</a:t>
            </a:r>
          </a:p>
          <a:p>
            <a:r>
              <a:rPr lang="en-IN" dirty="0"/>
              <a:t>        if (</a:t>
            </a:r>
            <a:r>
              <a:rPr lang="en-IN" dirty="0" err="1"/>
              <a:t>reqId</a:t>
            </a:r>
            <a:r>
              <a:rPr lang="en-IN" dirty="0"/>
              <a:t> == </a:t>
            </a:r>
            <a:r>
              <a:rPr lang="en-IN" dirty="0" err="1"/>
              <a:t>getRequestId</a:t>
            </a:r>
            <a:r>
              <a:rPr lang="en-IN" dirty="0"/>
              <a:t>) {</a:t>
            </a:r>
          </a:p>
          <a:p>
            <a:r>
              <a:rPr lang="en-IN" dirty="0"/>
              <a:t>            </a:t>
            </a:r>
            <a:r>
              <a:rPr lang="en-IN" dirty="0" err="1"/>
              <a:t>matchedLine</a:t>
            </a:r>
            <a:r>
              <a:rPr lang="en-IN" dirty="0"/>
              <a:t> = </a:t>
            </a:r>
            <a:r>
              <a:rPr lang="en-IN" dirty="0" err="1"/>
              <a:t>reqLine</a:t>
            </a:r>
            <a:r>
              <a:rPr lang="en-IN" dirty="0"/>
              <a:t>;</a:t>
            </a:r>
          </a:p>
          <a:p>
            <a:r>
              <a:rPr lang="en-IN" dirty="0"/>
              <a:t>            break;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  <a:p>
            <a:r>
              <a:rPr lang="en-IN" dirty="0"/>
              <a:t>    if (</a:t>
            </a:r>
            <a:r>
              <a:rPr lang="en-IN" dirty="0" err="1"/>
              <a:t>matchedLine</a:t>
            </a:r>
            <a:r>
              <a:rPr lang="en-IN" dirty="0"/>
              <a:t> == "")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 Request ID " &lt;&lt; </a:t>
            </a:r>
            <a:r>
              <a:rPr lang="en-IN" dirty="0" err="1"/>
              <a:t>getRequestId</a:t>
            </a:r>
            <a:r>
              <a:rPr lang="en-IN" dirty="0"/>
              <a:t> &lt;&lt; " not found!"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return;}</a:t>
            </a:r>
          </a:p>
          <a:p>
            <a:endParaRPr lang="en-IN" dirty="0"/>
          </a:p>
          <a:p>
            <a:r>
              <a:rPr lang="en-IN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457848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2F0580-FEFB-D986-B9A0-C4EE0DE11E00}"/>
              </a:ext>
            </a:extLst>
          </p:cNvPr>
          <p:cNvSpPr txBox="1"/>
          <p:nvPr/>
        </p:nvSpPr>
        <p:spPr>
          <a:xfrm>
            <a:off x="761035" y="0"/>
            <a:ext cx="11908589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stringstream</a:t>
            </a:r>
            <a:r>
              <a:rPr lang="en-IN" dirty="0"/>
              <a:t> ss(</a:t>
            </a:r>
            <a:r>
              <a:rPr lang="en-IN" dirty="0" err="1"/>
              <a:t>matchedLine</a:t>
            </a:r>
            <a:r>
              <a:rPr lang="en-IN" dirty="0"/>
              <a:t>);</a:t>
            </a:r>
          </a:p>
          <a:p>
            <a:r>
              <a:rPr lang="en-IN" dirty="0"/>
              <a:t>    string </a:t>
            </a:r>
            <a:r>
              <a:rPr lang="en-IN" dirty="0" err="1"/>
              <a:t>requestId</a:t>
            </a:r>
            <a:r>
              <a:rPr lang="en-IN" dirty="0"/>
              <a:t>, </a:t>
            </a:r>
            <a:r>
              <a:rPr lang="en-IN" dirty="0" err="1"/>
              <a:t>prodId</a:t>
            </a:r>
            <a:r>
              <a:rPr lang="en-IN" dirty="0"/>
              <a:t>, name, brand, category, model, price, variant, </a:t>
            </a:r>
            <a:r>
              <a:rPr lang="en-IN" dirty="0" err="1"/>
              <a:t>qtyStr</a:t>
            </a:r>
            <a:r>
              <a:rPr lang="en-IN" dirty="0"/>
              <a:t>, date, status;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requestId</a:t>
            </a:r>
            <a:r>
              <a:rPr lang="en-IN" dirty="0"/>
              <a:t>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prodId</a:t>
            </a:r>
            <a:r>
              <a:rPr lang="en-IN" dirty="0"/>
              <a:t>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qtyStr</a:t>
            </a:r>
            <a:r>
              <a:rPr lang="en-IN" dirty="0"/>
              <a:t>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date,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endParaRPr lang="en-IN" dirty="0"/>
          </a:p>
          <a:p>
            <a:r>
              <a:rPr lang="en-IN" dirty="0"/>
              <a:t>    if (status == "Requesting")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 Waiting for supplier to respond. Try again later!"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 else if (status == "Reject")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 Supplier has no stock for this product (Request Rejected)."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 else if (status == "Delivered") {</a:t>
            </a:r>
          </a:p>
          <a:p>
            <a:r>
              <a:rPr lang="en-IN" dirty="0"/>
              <a:t>	    </a:t>
            </a:r>
            <a:r>
              <a:rPr lang="en-IN" dirty="0" err="1"/>
              <a:t>cout</a:t>
            </a:r>
            <a:r>
              <a:rPr lang="en-IN" dirty="0"/>
              <a:t> &lt;&lt; "? Stock for this request is already added previously!"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return;</a:t>
            </a:r>
          </a:p>
          <a:p>
            <a:r>
              <a:rPr lang="en-IN" dirty="0"/>
              <a:t>	}</a:t>
            </a:r>
          </a:p>
        </p:txBody>
      </p:sp>
    </p:spTree>
    <p:extLst>
      <p:ext uri="{BB962C8B-B14F-4D97-AF65-F5344CB8AC3E}">
        <p14:creationId xmlns:p14="http://schemas.microsoft.com/office/powerpoint/2010/main" val="38711127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02EEB5-BFA9-9D91-62C3-EAB1C56884E1}"/>
              </a:ext>
            </a:extLst>
          </p:cNvPr>
          <p:cNvSpPr txBox="1"/>
          <p:nvPr/>
        </p:nvSpPr>
        <p:spPr>
          <a:xfrm>
            <a:off x="188536" y="135912"/>
            <a:ext cx="8868265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int </a:t>
            </a:r>
            <a:r>
              <a:rPr lang="en-IN" dirty="0" err="1"/>
              <a:t>suppliedQty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qtyStr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time_t</a:t>
            </a:r>
            <a:r>
              <a:rPr lang="en-IN" dirty="0"/>
              <a:t> now = time(0);</a:t>
            </a:r>
          </a:p>
          <a:p>
            <a:r>
              <a:rPr lang="en-IN" dirty="0"/>
              <a:t>    tm *</a:t>
            </a:r>
            <a:r>
              <a:rPr lang="en-IN" dirty="0" err="1"/>
              <a:t>ltm</a:t>
            </a:r>
            <a:r>
              <a:rPr lang="en-IN" dirty="0"/>
              <a:t> = </a:t>
            </a:r>
            <a:r>
              <a:rPr lang="en-IN" dirty="0" err="1"/>
              <a:t>localtime</a:t>
            </a:r>
            <a:r>
              <a:rPr lang="en-IN" dirty="0"/>
              <a:t>(&amp;now);</a:t>
            </a:r>
          </a:p>
          <a:p>
            <a:r>
              <a:rPr lang="en-IN" dirty="0"/>
              <a:t>    char </a:t>
            </a:r>
            <a:r>
              <a:rPr lang="en-IN" dirty="0" err="1"/>
              <a:t>dateStr</a:t>
            </a:r>
            <a:r>
              <a:rPr lang="en-IN" dirty="0"/>
              <a:t>[20];</a:t>
            </a:r>
          </a:p>
          <a:p>
            <a:r>
              <a:rPr lang="en-IN" dirty="0"/>
              <a:t>    </a:t>
            </a:r>
            <a:r>
              <a:rPr lang="en-IN" dirty="0" err="1"/>
              <a:t>sprintf</a:t>
            </a:r>
            <a:r>
              <a:rPr lang="en-IN" dirty="0"/>
              <a:t>(</a:t>
            </a:r>
            <a:r>
              <a:rPr lang="en-IN" dirty="0" err="1"/>
              <a:t>dateStr</a:t>
            </a:r>
            <a:r>
              <a:rPr lang="en-IN" dirty="0"/>
              <a:t>, "%04d-%02d-%02d",</a:t>
            </a:r>
          </a:p>
          <a:p>
            <a:r>
              <a:rPr lang="en-IN" dirty="0"/>
              <a:t>            1900 +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tm_year</a:t>
            </a:r>
            <a:r>
              <a:rPr lang="en-IN" dirty="0"/>
              <a:t>,</a:t>
            </a:r>
          </a:p>
          <a:p>
            <a:r>
              <a:rPr lang="en-IN" dirty="0"/>
              <a:t>            1 +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tm_mon</a:t>
            </a:r>
            <a:r>
              <a:rPr lang="en-IN" dirty="0"/>
              <a:t>,</a:t>
            </a:r>
          </a:p>
          <a:p>
            <a:r>
              <a:rPr lang="en-IN" dirty="0"/>
              <a:t>           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tm_mday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inProd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"\\products.txt");</a:t>
            </a:r>
          </a:p>
          <a:p>
            <a:r>
              <a:rPr lang="en-IN" dirty="0"/>
              <a:t>    vector&lt;string&gt; </a:t>
            </a:r>
            <a:r>
              <a:rPr lang="en-IN" dirty="0" err="1"/>
              <a:t>prodLines</a:t>
            </a:r>
            <a:r>
              <a:rPr lang="en-IN" dirty="0"/>
              <a:t>;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inProd</a:t>
            </a:r>
            <a:r>
              <a:rPr lang="en-IN" dirty="0"/>
              <a:t>, row)) </a:t>
            </a:r>
            <a:r>
              <a:rPr lang="en-IN" dirty="0" err="1"/>
              <a:t>prodLines.push_back</a:t>
            </a:r>
            <a:r>
              <a:rPr lang="en-IN" dirty="0"/>
              <a:t>(row);</a:t>
            </a:r>
          </a:p>
          <a:p>
            <a:r>
              <a:rPr lang="en-IN" dirty="0"/>
              <a:t>    </a:t>
            </a:r>
            <a:r>
              <a:rPr lang="en-IN" dirty="0" err="1"/>
              <a:t>inProd.close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outProd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"\\products.txt");</a:t>
            </a:r>
          </a:p>
          <a:p>
            <a:r>
              <a:rPr lang="en-IN" dirty="0"/>
              <a:t>    for (string &amp;line : </a:t>
            </a:r>
            <a:r>
              <a:rPr lang="en-IN" dirty="0" err="1"/>
              <a:t>prodLines</a:t>
            </a:r>
            <a:r>
              <a:rPr lang="en-IN" dirty="0"/>
              <a:t>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ss(line);</a:t>
            </a:r>
          </a:p>
          <a:p>
            <a:r>
              <a:rPr lang="en-IN" dirty="0"/>
              <a:t>        string id, </a:t>
            </a:r>
            <a:r>
              <a:rPr lang="en-IN" dirty="0" err="1"/>
              <a:t>pname</a:t>
            </a:r>
            <a:r>
              <a:rPr lang="en-IN" dirty="0"/>
              <a:t>, </a:t>
            </a:r>
            <a:r>
              <a:rPr lang="en-IN" dirty="0" err="1"/>
              <a:t>pcategory</a:t>
            </a:r>
            <a:r>
              <a:rPr lang="en-IN" dirty="0"/>
              <a:t>, </a:t>
            </a:r>
            <a:r>
              <a:rPr lang="en-IN" dirty="0" err="1"/>
              <a:t>pbrand</a:t>
            </a:r>
            <a:r>
              <a:rPr lang="en-IN" dirty="0"/>
              <a:t>, </a:t>
            </a:r>
            <a:r>
              <a:rPr lang="en-IN" dirty="0" err="1"/>
              <a:t>pmodel</a:t>
            </a:r>
            <a:r>
              <a:rPr lang="en-IN" dirty="0"/>
              <a:t>, </a:t>
            </a:r>
            <a:r>
              <a:rPr lang="en-IN" dirty="0" err="1"/>
              <a:t>pvariant</a:t>
            </a:r>
            <a:r>
              <a:rPr lang="en-IN" dirty="0"/>
              <a:t>, </a:t>
            </a:r>
            <a:r>
              <a:rPr lang="en-IN" dirty="0" err="1"/>
              <a:t>pprice</a:t>
            </a:r>
            <a:r>
              <a:rPr lang="en-IN" dirty="0"/>
              <a:t>, </a:t>
            </a:r>
            <a:r>
              <a:rPr lang="en-IN" dirty="0" err="1"/>
              <a:t>pqty</a:t>
            </a:r>
            <a:r>
              <a:rPr lang="en-IN" dirty="0"/>
              <a:t>, reorder, </a:t>
            </a:r>
            <a:r>
              <a:rPr lang="en-IN" dirty="0" err="1"/>
              <a:t>lastUpdate</a:t>
            </a:r>
            <a:r>
              <a:rPr lang="en-IN" dirty="0"/>
              <a:t>, </a:t>
            </a:r>
            <a:r>
              <a:rPr lang="en-IN" dirty="0" err="1"/>
              <a:t>pstatus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id,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pname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pcategory</a:t>
            </a:r>
            <a:r>
              <a:rPr lang="en-IN" dirty="0"/>
              <a:t>, ',');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51591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B92EAE-42B7-1C87-A4EB-C94863D36CF6}"/>
              </a:ext>
            </a:extLst>
          </p:cNvPr>
          <p:cNvSpPr txBox="1"/>
          <p:nvPr/>
        </p:nvSpPr>
        <p:spPr>
          <a:xfrm>
            <a:off x="147686" y="0"/>
            <a:ext cx="11896627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pbrand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pmodel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pvariant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pprice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pqty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reorder,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lastUpdate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pstatus</a:t>
            </a:r>
            <a:r>
              <a:rPr lang="en-IN" dirty="0"/>
              <a:t>, ',');</a:t>
            </a:r>
          </a:p>
          <a:p>
            <a:endParaRPr lang="en-IN" dirty="0"/>
          </a:p>
          <a:p>
            <a:r>
              <a:rPr lang="en-IN" dirty="0"/>
              <a:t>        if (id == </a:t>
            </a:r>
            <a:r>
              <a:rPr lang="en-IN" dirty="0" err="1"/>
              <a:t>prodId</a:t>
            </a:r>
            <a:r>
              <a:rPr lang="en-IN" dirty="0"/>
              <a:t>) {</a:t>
            </a:r>
          </a:p>
          <a:p>
            <a:r>
              <a:rPr lang="en-IN" dirty="0"/>
              <a:t>            int </a:t>
            </a:r>
            <a:r>
              <a:rPr lang="en-IN" dirty="0" err="1"/>
              <a:t>newQty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pqty</a:t>
            </a:r>
            <a:r>
              <a:rPr lang="en-IN" dirty="0"/>
              <a:t>) + </a:t>
            </a:r>
            <a:r>
              <a:rPr lang="en-IN" dirty="0" err="1"/>
              <a:t>suppliedQty</a:t>
            </a:r>
            <a:r>
              <a:rPr lang="en-IN" dirty="0"/>
              <a:t>;</a:t>
            </a:r>
          </a:p>
          <a:p>
            <a:r>
              <a:rPr lang="en-IN" dirty="0"/>
              <a:t>            </a:t>
            </a:r>
            <a:r>
              <a:rPr lang="en-IN" dirty="0" err="1"/>
              <a:t>pqty</a:t>
            </a:r>
            <a:r>
              <a:rPr lang="en-IN" dirty="0"/>
              <a:t> = </a:t>
            </a:r>
            <a:r>
              <a:rPr lang="en-IN" dirty="0" err="1"/>
              <a:t>to_string</a:t>
            </a:r>
            <a:r>
              <a:rPr lang="en-IN" dirty="0"/>
              <a:t>(</a:t>
            </a:r>
            <a:r>
              <a:rPr lang="en-IN" dirty="0" err="1"/>
              <a:t>newQty</a:t>
            </a:r>
            <a:r>
              <a:rPr lang="en-IN" dirty="0"/>
              <a:t>);</a:t>
            </a:r>
          </a:p>
          <a:p>
            <a:r>
              <a:rPr lang="en-IN" dirty="0"/>
              <a:t>            </a:t>
            </a:r>
            <a:r>
              <a:rPr lang="en-IN" dirty="0" err="1"/>
              <a:t>lastUpdate</a:t>
            </a:r>
            <a:r>
              <a:rPr lang="en-IN" dirty="0"/>
              <a:t> = </a:t>
            </a:r>
            <a:r>
              <a:rPr lang="en-IN" dirty="0" err="1"/>
              <a:t>dateStr</a:t>
            </a:r>
            <a:r>
              <a:rPr lang="en-IN" dirty="0"/>
              <a:t>;</a:t>
            </a:r>
          </a:p>
          <a:p>
            <a:r>
              <a:rPr lang="en-IN" dirty="0"/>
              <a:t>        }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outProd</a:t>
            </a:r>
            <a:r>
              <a:rPr lang="en-IN" dirty="0"/>
              <a:t> &lt;&lt; id &lt;&lt; "," &lt;&lt; </a:t>
            </a:r>
            <a:r>
              <a:rPr lang="en-IN" dirty="0" err="1"/>
              <a:t>pname</a:t>
            </a:r>
            <a:r>
              <a:rPr lang="en-IN" dirty="0"/>
              <a:t> &lt;&lt; "," &lt;&lt; </a:t>
            </a:r>
            <a:r>
              <a:rPr lang="en-IN" dirty="0" err="1"/>
              <a:t>pcategory</a:t>
            </a:r>
            <a:r>
              <a:rPr lang="en-IN" dirty="0"/>
              <a:t> &lt;&lt; "," &lt;&lt; </a:t>
            </a:r>
            <a:r>
              <a:rPr lang="en-IN" dirty="0" err="1"/>
              <a:t>pbrand</a:t>
            </a:r>
            <a:r>
              <a:rPr lang="en-IN" dirty="0"/>
              <a:t> &lt;&lt; "," &lt;&lt; </a:t>
            </a:r>
            <a:r>
              <a:rPr lang="en-IN" dirty="0" err="1"/>
              <a:t>pmodel</a:t>
            </a:r>
            <a:r>
              <a:rPr lang="en-IN" dirty="0"/>
              <a:t> &lt;&lt; ","</a:t>
            </a:r>
          </a:p>
          <a:p>
            <a:r>
              <a:rPr lang="en-IN" dirty="0"/>
              <a:t>                &lt;&lt; </a:t>
            </a:r>
            <a:r>
              <a:rPr lang="en-IN" dirty="0" err="1"/>
              <a:t>pvariant</a:t>
            </a:r>
            <a:r>
              <a:rPr lang="en-IN" dirty="0"/>
              <a:t> &lt;&lt; "," &lt;&lt; </a:t>
            </a:r>
            <a:r>
              <a:rPr lang="en-IN" dirty="0" err="1"/>
              <a:t>pprice</a:t>
            </a:r>
            <a:r>
              <a:rPr lang="en-IN" dirty="0"/>
              <a:t> &lt;&lt; "," &lt;&lt; </a:t>
            </a:r>
            <a:r>
              <a:rPr lang="en-IN" dirty="0" err="1"/>
              <a:t>pqty</a:t>
            </a:r>
            <a:r>
              <a:rPr lang="en-IN" dirty="0"/>
              <a:t> &lt;&lt; "," &lt;&lt; reorder &lt;&lt; "," &lt;&lt; </a:t>
            </a:r>
            <a:r>
              <a:rPr lang="en-IN" dirty="0" err="1"/>
              <a:t>lastUpdate</a:t>
            </a:r>
            <a:r>
              <a:rPr lang="en-IN" dirty="0"/>
              <a:t> &lt;&lt; "," &lt;&lt; </a:t>
            </a:r>
            <a:r>
              <a:rPr lang="en-IN" dirty="0" err="1"/>
              <a:t>pstatus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outProd.close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inStock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"\\stock.txt");</a:t>
            </a:r>
          </a:p>
          <a:p>
            <a:r>
              <a:rPr lang="en-IN" dirty="0"/>
              <a:t>    vector&lt;string&gt; </a:t>
            </a:r>
            <a:r>
              <a:rPr lang="en-IN" dirty="0" err="1"/>
              <a:t>stockLines</a:t>
            </a:r>
            <a:r>
              <a:rPr lang="en-IN" dirty="0"/>
              <a:t>;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inStock</a:t>
            </a:r>
            <a:r>
              <a:rPr lang="en-IN" dirty="0"/>
              <a:t>, row)) </a:t>
            </a:r>
            <a:r>
              <a:rPr lang="en-IN" dirty="0" err="1"/>
              <a:t>stockLines.push_back</a:t>
            </a:r>
            <a:r>
              <a:rPr lang="en-IN" dirty="0"/>
              <a:t>(row);</a:t>
            </a:r>
          </a:p>
          <a:p>
            <a:r>
              <a:rPr lang="en-IN" dirty="0"/>
              <a:t>    </a:t>
            </a:r>
            <a:r>
              <a:rPr lang="en-IN" dirty="0" err="1"/>
              <a:t>inStock.close</a:t>
            </a:r>
            <a:r>
              <a:rPr lang="en-IN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3626723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7CB3F9-6971-6AD1-BA3E-C128E81AFA57}"/>
              </a:ext>
            </a:extLst>
          </p:cNvPr>
          <p:cNvSpPr txBox="1"/>
          <p:nvPr/>
        </p:nvSpPr>
        <p:spPr>
          <a:xfrm>
            <a:off x="65988" y="188199"/>
            <a:ext cx="11783505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outStock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"\\stock.txt");</a:t>
            </a:r>
          </a:p>
          <a:p>
            <a:r>
              <a:rPr lang="en-IN" dirty="0"/>
              <a:t>    for (string &amp;line : </a:t>
            </a:r>
            <a:r>
              <a:rPr lang="en-IN" dirty="0" err="1"/>
              <a:t>stockLines</a:t>
            </a:r>
            <a:r>
              <a:rPr lang="en-IN" dirty="0"/>
              <a:t>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ss(line);</a:t>
            </a:r>
          </a:p>
          <a:p>
            <a:r>
              <a:rPr lang="en-IN" dirty="0"/>
              <a:t>        string id, </a:t>
            </a:r>
            <a:r>
              <a:rPr lang="en-IN" dirty="0" err="1"/>
              <a:t>pname</a:t>
            </a:r>
            <a:r>
              <a:rPr lang="en-IN" dirty="0"/>
              <a:t>, </a:t>
            </a:r>
            <a:r>
              <a:rPr lang="en-IN" dirty="0" err="1"/>
              <a:t>pcategory</a:t>
            </a:r>
            <a:r>
              <a:rPr lang="en-IN" dirty="0"/>
              <a:t>, </a:t>
            </a:r>
            <a:r>
              <a:rPr lang="en-IN" dirty="0" err="1"/>
              <a:t>pbrand</a:t>
            </a:r>
            <a:r>
              <a:rPr lang="en-IN" dirty="0"/>
              <a:t>, </a:t>
            </a:r>
            <a:r>
              <a:rPr lang="en-IN" dirty="0" err="1"/>
              <a:t>pmodel</a:t>
            </a:r>
            <a:r>
              <a:rPr lang="en-IN" dirty="0"/>
              <a:t>, </a:t>
            </a:r>
            <a:r>
              <a:rPr lang="en-IN" dirty="0" err="1"/>
              <a:t>pvariant</a:t>
            </a:r>
            <a:r>
              <a:rPr lang="en-IN" dirty="0"/>
              <a:t>, </a:t>
            </a:r>
            <a:r>
              <a:rPr lang="en-IN" dirty="0" err="1"/>
              <a:t>pprice</a:t>
            </a:r>
            <a:r>
              <a:rPr lang="en-IN" dirty="0"/>
              <a:t>, </a:t>
            </a:r>
            <a:r>
              <a:rPr lang="en-IN" dirty="0" err="1"/>
              <a:t>pqty</a:t>
            </a:r>
            <a:r>
              <a:rPr lang="en-IN" dirty="0"/>
              <a:t>, </a:t>
            </a:r>
            <a:r>
              <a:rPr lang="en-IN" dirty="0" err="1"/>
              <a:t>qtyIn</a:t>
            </a:r>
            <a:r>
              <a:rPr lang="en-IN" dirty="0"/>
              <a:t>, </a:t>
            </a:r>
            <a:r>
              <a:rPr lang="en-IN" dirty="0" err="1"/>
              <a:t>qtyOut</a:t>
            </a:r>
            <a:r>
              <a:rPr lang="en-IN" dirty="0"/>
              <a:t>, </a:t>
            </a:r>
            <a:r>
              <a:rPr lang="en-IN" dirty="0" err="1"/>
              <a:t>pstatus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id,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pname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pcategory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pbrand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pmodel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pvariant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pprice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pqty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qtyIn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qtyOut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pstatus</a:t>
            </a:r>
            <a:r>
              <a:rPr lang="en-IN" dirty="0"/>
              <a:t>, ',');</a:t>
            </a:r>
          </a:p>
          <a:p>
            <a:endParaRPr lang="en-IN" dirty="0"/>
          </a:p>
          <a:p>
            <a:r>
              <a:rPr lang="en-IN" dirty="0"/>
              <a:t>        if (id == </a:t>
            </a:r>
            <a:r>
              <a:rPr lang="en-IN" dirty="0" err="1"/>
              <a:t>prodId</a:t>
            </a:r>
            <a:r>
              <a:rPr lang="en-IN" dirty="0"/>
              <a:t>) {</a:t>
            </a:r>
          </a:p>
          <a:p>
            <a:r>
              <a:rPr lang="en-IN" dirty="0"/>
              <a:t>            int </a:t>
            </a:r>
            <a:r>
              <a:rPr lang="en-IN" dirty="0" err="1"/>
              <a:t>newQty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pqty</a:t>
            </a:r>
            <a:r>
              <a:rPr lang="en-IN" dirty="0"/>
              <a:t>) + </a:t>
            </a:r>
            <a:r>
              <a:rPr lang="en-IN" dirty="0" err="1"/>
              <a:t>suppliedQty</a:t>
            </a:r>
            <a:r>
              <a:rPr lang="en-IN" dirty="0"/>
              <a:t>;</a:t>
            </a:r>
          </a:p>
          <a:p>
            <a:r>
              <a:rPr lang="en-IN" dirty="0"/>
              <a:t>            </a:t>
            </a:r>
            <a:r>
              <a:rPr lang="en-IN" dirty="0" err="1"/>
              <a:t>pqty</a:t>
            </a:r>
            <a:r>
              <a:rPr lang="en-IN" dirty="0"/>
              <a:t> = </a:t>
            </a:r>
            <a:r>
              <a:rPr lang="en-IN" dirty="0" err="1"/>
              <a:t>to_string</a:t>
            </a:r>
            <a:r>
              <a:rPr lang="en-IN" dirty="0"/>
              <a:t>(</a:t>
            </a:r>
            <a:r>
              <a:rPr lang="en-IN" dirty="0" err="1"/>
              <a:t>newQty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int </a:t>
            </a:r>
            <a:r>
              <a:rPr lang="en-IN" dirty="0" err="1"/>
              <a:t>inVal</a:t>
            </a:r>
            <a:r>
              <a:rPr lang="en-IN" dirty="0"/>
              <a:t> = </a:t>
            </a:r>
            <a:r>
              <a:rPr lang="en-IN" dirty="0" err="1"/>
              <a:t>qtyIn.empty</a:t>
            </a:r>
            <a:r>
              <a:rPr lang="en-IN" dirty="0"/>
              <a:t>() ? 0 :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qtyIn</a:t>
            </a:r>
            <a:r>
              <a:rPr lang="en-IN" dirty="0"/>
              <a:t>);</a:t>
            </a:r>
          </a:p>
          <a:p>
            <a:r>
              <a:rPr lang="en-IN" dirty="0"/>
              <a:t>            </a:t>
            </a:r>
            <a:r>
              <a:rPr lang="en-IN" dirty="0" err="1"/>
              <a:t>inVal</a:t>
            </a:r>
            <a:r>
              <a:rPr lang="en-IN" dirty="0"/>
              <a:t> += </a:t>
            </a:r>
            <a:r>
              <a:rPr lang="en-IN" dirty="0" err="1"/>
              <a:t>suppliedQty</a:t>
            </a:r>
            <a:r>
              <a:rPr lang="en-IN" dirty="0"/>
              <a:t>;</a:t>
            </a:r>
          </a:p>
          <a:p>
            <a:r>
              <a:rPr lang="en-IN" dirty="0"/>
              <a:t>            </a:t>
            </a:r>
            <a:r>
              <a:rPr lang="en-IN" dirty="0" err="1"/>
              <a:t>qtyIn</a:t>
            </a:r>
            <a:r>
              <a:rPr lang="en-IN" dirty="0"/>
              <a:t> = </a:t>
            </a:r>
            <a:r>
              <a:rPr lang="en-IN" dirty="0" err="1"/>
              <a:t>to_string</a:t>
            </a:r>
            <a:r>
              <a:rPr lang="en-IN" dirty="0"/>
              <a:t>(</a:t>
            </a:r>
            <a:r>
              <a:rPr lang="en-IN" dirty="0" err="1"/>
              <a:t>inVal</a:t>
            </a:r>
            <a:r>
              <a:rPr lang="en-IN" dirty="0"/>
              <a:t>);}</a:t>
            </a:r>
          </a:p>
          <a:p>
            <a:endParaRPr lang="en-IN" dirty="0"/>
          </a:p>
          <a:p>
            <a:r>
              <a:rPr lang="en-IN" dirty="0"/>
              <a:t>        </a:t>
            </a:r>
          </a:p>
        </p:txBody>
      </p:sp>
    </p:spTree>
    <p:extLst>
      <p:ext uri="{BB962C8B-B14F-4D97-AF65-F5344CB8AC3E}">
        <p14:creationId xmlns:p14="http://schemas.microsoft.com/office/powerpoint/2010/main" val="33124270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941C80-C4DA-2E93-E374-F558A9BDC6A6}"/>
              </a:ext>
            </a:extLst>
          </p:cNvPr>
          <p:cNvSpPr txBox="1"/>
          <p:nvPr/>
        </p:nvSpPr>
        <p:spPr>
          <a:xfrm>
            <a:off x="273376" y="138109"/>
            <a:ext cx="11802359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outStock</a:t>
            </a:r>
            <a:r>
              <a:rPr lang="en-IN" dirty="0"/>
              <a:t> &lt;&lt; id &lt;&lt; "," &lt;&lt; </a:t>
            </a:r>
            <a:r>
              <a:rPr lang="en-IN" dirty="0" err="1"/>
              <a:t>pname</a:t>
            </a:r>
            <a:r>
              <a:rPr lang="en-IN" dirty="0"/>
              <a:t> &lt;&lt; "," &lt;&lt; </a:t>
            </a:r>
            <a:r>
              <a:rPr lang="en-IN" dirty="0" err="1"/>
              <a:t>pcategory</a:t>
            </a:r>
            <a:r>
              <a:rPr lang="en-IN" dirty="0"/>
              <a:t> &lt;&lt; "," &lt;&lt; </a:t>
            </a:r>
            <a:r>
              <a:rPr lang="en-IN" dirty="0" err="1"/>
              <a:t>pbrand</a:t>
            </a:r>
            <a:r>
              <a:rPr lang="en-IN" dirty="0"/>
              <a:t> &lt;&lt; "," &lt;&lt; </a:t>
            </a:r>
            <a:r>
              <a:rPr lang="en-IN" dirty="0" err="1"/>
              <a:t>pmodel</a:t>
            </a:r>
            <a:r>
              <a:rPr lang="en-IN" dirty="0"/>
              <a:t> &lt;&lt; ","</a:t>
            </a:r>
          </a:p>
          <a:p>
            <a:r>
              <a:rPr lang="en-IN" dirty="0"/>
              <a:t>                 &lt;&lt; </a:t>
            </a:r>
            <a:r>
              <a:rPr lang="en-IN" dirty="0" err="1"/>
              <a:t>pvariant</a:t>
            </a:r>
            <a:r>
              <a:rPr lang="en-IN" dirty="0"/>
              <a:t> &lt;&lt; "," &lt;&lt; </a:t>
            </a:r>
            <a:r>
              <a:rPr lang="en-IN" dirty="0" err="1"/>
              <a:t>pprice</a:t>
            </a:r>
            <a:r>
              <a:rPr lang="en-IN" dirty="0"/>
              <a:t> &lt;&lt; "," &lt;&lt; </a:t>
            </a:r>
            <a:r>
              <a:rPr lang="en-IN" dirty="0" err="1"/>
              <a:t>pqty</a:t>
            </a:r>
            <a:r>
              <a:rPr lang="en-IN" dirty="0"/>
              <a:t> &lt;&lt; "," &lt;&lt; </a:t>
            </a:r>
            <a:r>
              <a:rPr lang="en-IN" dirty="0" err="1"/>
              <a:t>qtyIn</a:t>
            </a:r>
            <a:r>
              <a:rPr lang="en-IN" dirty="0"/>
              <a:t> &lt;&lt; "," &lt;&lt; </a:t>
            </a:r>
            <a:r>
              <a:rPr lang="en-IN" dirty="0" err="1"/>
              <a:t>qtyOut</a:t>
            </a:r>
            <a:r>
              <a:rPr lang="en-IN" dirty="0"/>
              <a:t> &lt;&lt; "," &lt;&lt; </a:t>
            </a:r>
            <a:r>
              <a:rPr lang="en-IN" dirty="0" err="1"/>
              <a:t>pstatus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outStock.close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inReq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"\\request_to_suppler.txt");</a:t>
            </a:r>
          </a:p>
          <a:p>
            <a:r>
              <a:rPr lang="en-IN" dirty="0"/>
              <a:t>	vector&lt;string&gt; </a:t>
            </a:r>
            <a:r>
              <a:rPr lang="en-IN" dirty="0" err="1"/>
              <a:t>reqLines</a:t>
            </a:r>
            <a:r>
              <a:rPr lang="en-IN" dirty="0"/>
              <a:t>;</a:t>
            </a:r>
          </a:p>
          <a:p>
            <a:r>
              <a:rPr lang="en-IN" dirty="0"/>
              <a:t>	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inReq</a:t>
            </a:r>
            <a:r>
              <a:rPr lang="en-IN" dirty="0"/>
              <a:t>, row)) </a:t>
            </a:r>
            <a:r>
              <a:rPr lang="en-IN" dirty="0" err="1"/>
              <a:t>reqLines.push_back</a:t>
            </a:r>
            <a:r>
              <a:rPr lang="en-IN" dirty="0"/>
              <a:t>(row);</a:t>
            </a:r>
          </a:p>
          <a:p>
            <a:r>
              <a:rPr lang="en-IN" dirty="0"/>
              <a:t>	</a:t>
            </a:r>
            <a:r>
              <a:rPr lang="en-IN" dirty="0" err="1"/>
              <a:t>inReq.close</a:t>
            </a:r>
            <a:r>
              <a:rPr lang="en-IN" dirty="0"/>
              <a:t>();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outReq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"\\request_to_suppler.txt");</a:t>
            </a:r>
          </a:p>
          <a:p>
            <a:r>
              <a:rPr lang="en-IN" dirty="0"/>
              <a:t>	for (string &amp;line : </a:t>
            </a:r>
            <a:r>
              <a:rPr lang="en-IN" dirty="0" err="1"/>
              <a:t>reqLines</a:t>
            </a:r>
            <a:r>
              <a:rPr lang="en-IN" dirty="0"/>
              <a:t>) {</a:t>
            </a:r>
          </a:p>
          <a:p>
            <a:r>
              <a:rPr lang="en-IN" dirty="0"/>
              <a:t>	    </a:t>
            </a:r>
            <a:r>
              <a:rPr lang="en-IN" dirty="0" err="1"/>
              <a:t>stringstream</a:t>
            </a:r>
            <a:r>
              <a:rPr lang="en-IN" dirty="0"/>
              <a:t> ss(line);</a:t>
            </a:r>
          </a:p>
          <a:p>
            <a:r>
              <a:rPr lang="en-IN" dirty="0"/>
              <a:t>	    string </a:t>
            </a:r>
            <a:r>
              <a:rPr lang="en-IN" dirty="0" err="1"/>
              <a:t>reqId</a:t>
            </a:r>
            <a:r>
              <a:rPr lang="en-IN" dirty="0"/>
              <a:t>, </a:t>
            </a:r>
            <a:r>
              <a:rPr lang="en-IN" dirty="0" err="1"/>
              <a:t>prodIdFile</a:t>
            </a:r>
            <a:r>
              <a:rPr lang="en-IN" dirty="0"/>
              <a:t>, name, brand, category, model, price, variant, qty, date, status;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reqId</a:t>
            </a:r>
            <a:r>
              <a:rPr lang="en-IN" dirty="0"/>
              <a:t>, ',');</a:t>
            </a:r>
          </a:p>
          <a:p>
            <a:r>
              <a:rPr lang="en-IN" dirty="0"/>
              <a:t>	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prodIdFile</a:t>
            </a:r>
            <a:r>
              <a:rPr lang="en-IN" dirty="0"/>
              <a:t>, ',');</a:t>
            </a:r>
          </a:p>
          <a:p>
            <a:r>
              <a:rPr lang="en-IN" dirty="0"/>
              <a:t>	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	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	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	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	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	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	   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3362411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855C48-7E29-0D1E-B5A9-1C51A4F63431}"/>
              </a:ext>
            </a:extLst>
          </p:cNvPr>
          <p:cNvSpPr txBox="1"/>
          <p:nvPr/>
        </p:nvSpPr>
        <p:spPr>
          <a:xfrm>
            <a:off x="160257" y="301933"/>
            <a:ext cx="1178350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date, ',');</a:t>
            </a:r>
          </a:p>
          <a:p>
            <a:r>
              <a:rPr lang="en-IN" dirty="0"/>
              <a:t>	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    if (</a:t>
            </a:r>
            <a:r>
              <a:rPr lang="en-IN" dirty="0" err="1"/>
              <a:t>prodIdFile</a:t>
            </a:r>
            <a:r>
              <a:rPr lang="en-IN" dirty="0"/>
              <a:t> == </a:t>
            </a:r>
            <a:r>
              <a:rPr lang="en-IN" dirty="0" err="1"/>
              <a:t>prodId</a:t>
            </a:r>
            <a:r>
              <a:rPr lang="en-IN" dirty="0"/>
              <a:t> &amp;&amp; status == "Supplied") {</a:t>
            </a:r>
          </a:p>
          <a:p>
            <a:r>
              <a:rPr lang="en-IN" dirty="0"/>
              <a:t>	        status = "Delivered";</a:t>
            </a:r>
          </a:p>
          <a:p>
            <a:r>
              <a:rPr lang="en-IN" dirty="0"/>
              <a:t>	    }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    </a:t>
            </a:r>
            <a:r>
              <a:rPr lang="en-IN" dirty="0" err="1"/>
              <a:t>outReq</a:t>
            </a:r>
            <a:r>
              <a:rPr lang="en-IN" dirty="0"/>
              <a:t> &lt;&lt; </a:t>
            </a:r>
            <a:r>
              <a:rPr lang="en-IN" dirty="0" err="1"/>
              <a:t>reqId</a:t>
            </a:r>
            <a:r>
              <a:rPr lang="en-IN" dirty="0"/>
              <a:t> &lt;&lt; "," &lt;&lt; </a:t>
            </a:r>
            <a:r>
              <a:rPr lang="en-IN" dirty="0" err="1"/>
              <a:t>prodIdFile</a:t>
            </a:r>
            <a:r>
              <a:rPr lang="en-IN" dirty="0"/>
              <a:t> &lt;&lt; "," &lt;&lt; name &lt;&lt; "," &lt;&lt; brand &lt;&lt; "," &lt;&lt; category &lt;&lt; "," &lt;&lt; model &lt;&lt; ","</a:t>
            </a:r>
          </a:p>
          <a:p>
            <a:r>
              <a:rPr lang="en-IN" dirty="0"/>
              <a:t>	           &lt;&lt; price &lt;&lt; "," &lt;&lt; variant &lt;&lt; "," &lt;&lt; qty &lt;&lt; "," &lt;&lt; date &lt;&lt; "," &lt;&lt; status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}</a:t>
            </a:r>
          </a:p>
          <a:p>
            <a:r>
              <a:rPr lang="en-IN" dirty="0"/>
              <a:t>	</a:t>
            </a:r>
            <a:r>
              <a:rPr lang="en-IN" dirty="0" err="1"/>
              <a:t>outReq.close</a:t>
            </a:r>
            <a:r>
              <a:rPr lang="en-IN" dirty="0"/>
              <a:t>();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</a:t>
            </a:r>
            <a:r>
              <a:rPr lang="en-IN" dirty="0" err="1"/>
              <a:t>cout</a:t>
            </a:r>
            <a:r>
              <a:rPr lang="en-IN" dirty="0"/>
              <a:t> &lt;&lt; "\n Stock added Successfully. \n";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103028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8B23D0-7D49-1ECF-BC6D-7147BF235ECE}"/>
              </a:ext>
            </a:extLst>
          </p:cNvPr>
          <p:cNvSpPr txBox="1"/>
          <p:nvPr/>
        </p:nvSpPr>
        <p:spPr>
          <a:xfrm>
            <a:off x="260554" y="244317"/>
            <a:ext cx="47827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1.4.3  Request Supplier For Product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2462CF-08B7-BC8A-7EB0-B261F906EDAF}"/>
              </a:ext>
            </a:extLst>
          </p:cNvPr>
          <p:cNvSpPr txBox="1"/>
          <p:nvPr/>
        </p:nvSpPr>
        <p:spPr>
          <a:xfrm>
            <a:off x="260554" y="706230"/>
            <a:ext cx="11931446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Staff::</a:t>
            </a:r>
            <a:r>
              <a:rPr lang="en-IN" dirty="0" err="1"/>
              <a:t>requestSupplier</a:t>
            </a:r>
            <a:r>
              <a:rPr lang="en-IN" dirty="0"/>
              <a:t>(string </a:t>
            </a:r>
            <a:r>
              <a:rPr lang="en-IN" dirty="0" err="1"/>
              <a:t>getProductId</a:t>
            </a:r>
            <a:r>
              <a:rPr lang="en-IN" dirty="0"/>
              <a:t>, unsigned int </a:t>
            </a:r>
            <a:r>
              <a:rPr lang="en-IN" dirty="0" err="1"/>
              <a:t>getQuantity</a:t>
            </a:r>
            <a:r>
              <a:rPr lang="en-IN" dirty="0"/>
              <a:t>) {</a:t>
            </a:r>
          </a:p>
          <a:p>
            <a:r>
              <a:rPr lang="en-IN" dirty="0"/>
              <a:t>    string row, </a:t>
            </a:r>
            <a:r>
              <a:rPr lang="en-IN" dirty="0" err="1"/>
              <a:t>getRequestId</a:t>
            </a:r>
            <a:r>
              <a:rPr lang="en-IN" dirty="0"/>
              <a:t>;</a:t>
            </a:r>
          </a:p>
          <a:p>
            <a:r>
              <a:rPr lang="en-IN" dirty="0"/>
              <a:t>    int </a:t>
            </a:r>
            <a:r>
              <a:rPr lang="en-IN" dirty="0" err="1"/>
              <a:t>currentId</a:t>
            </a:r>
            <a:r>
              <a:rPr lang="en-IN" dirty="0"/>
              <a:t>;</a:t>
            </a:r>
          </a:p>
          <a:p>
            <a:r>
              <a:rPr lang="en-IN" dirty="0"/>
              <a:t>    bool found = false, duplicate = false;</a:t>
            </a:r>
          </a:p>
          <a:p>
            <a:r>
              <a:rPr lang="en-IN" dirty="0"/>
              <a:t>   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productFile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"\\products.txt");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checkFile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time_t</a:t>
            </a:r>
            <a:r>
              <a:rPr lang="en-IN" dirty="0"/>
              <a:t> now = time(0);</a:t>
            </a:r>
          </a:p>
          <a:p>
            <a:r>
              <a:rPr lang="en-IN" dirty="0"/>
              <a:t>    tm *</a:t>
            </a:r>
            <a:r>
              <a:rPr lang="en-IN" dirty="0" err="1"/>
              <a:t>ltm</a:t>
            </a:r>
            <a:r>
              <a:rPr lang="en-IN" dirty="0"/>
              <a:t> = </a:t>
            </a:r>
            <a:r>
              <a:rPr lang="en-IN" dirty="0" err="1"/>
              <a:t>localtime</a:t>
            </a:r>
            <a:r>
              <a:rPr lang="en-IN" dirty="0"/>
              <a:t>(&amp;now);</a:t>
            </a:r>
          </a:p>
          <a:p>
            <a:r>
              <a:rPr lang="en-IN" dirty="0"/>
              <a:t>    char </a:t>
            </a:r>
            <a:r>
              <a:rPr lang="en-IN" dirty="0" err="1"/>
              <a:t>dateStr</a:t>
            </a:r>
            <a:r>
              <a:rPr lang="en-IN" dirty="0"/>
              <a:t>[20];</a:t>
            </a:r>
          </a:p>
          <a:p>
            <a:r>
              <a:rPr lang="en-IN" dirty="0"/>
              <a:t>    </a:t>
            </a:r>
            <a:r>
              <a:rPr lang="en-IN" dirty="0" err="1"/>
              <a:t>sprintf</a:t>
            </a:r>
            <a:r>
              <a:rPr lang="en-IN" dirty="0"/>
              <a:t>(</a:t>
            </a:r>
            <a:r>
              <a:rPr lang="en-IN" dirty="0" err="1"/>
              <a:t>dateStr</a:t>
            </a:r>
            <a:r>
              <a:rPr lang="en-IN" dirty="0"/>
              <a:t>, "%04d-%02d-%02d",</a:t>
            </a:r>
          </a:p>
          <a:p>
            <a:r>
              <a:rPr lang="en-IN" dirty="0"/>
              <a:t>            1900 +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tm_year</a:t>
            </a:r>
            <a:r>
              <a:rPr lang="en-IN" dirty="0"/>
              <a:t>,</a:t>
            </a:r>
          </a:p>
          <a:p>
            <a:r>
              <a:rPr lang="en-IN" dirty="0"/>
              <a:t>            1 +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tm_mon</a:t>
            </a:r>
            <a:r>
              <a:rPr lang="en-IN" dirty="0"/>
              <a:t>,</a:t>
            </a:r>
          </a:p>
          <a:p>
            <a:r>
              <a:rPr lang="en-IN" dirty="0"/>
              <a:t>           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tm_mday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srand</a:t>
            </a:r>
            <a:r>
              <a:rPr lang="en-IN" dirty="0"/>
              <a:t>(time(0));</a:t>
            </a:r>
          </a:p>
          <a:p>
            <a:r>
              <a:rPr lang="en-IN" dirty="0"/>
              <a:t>    </a:t>
            </a:r>
            <a:r>
              <a:rPr lang="en-IN" dirty="0" err="1"/>
              <a:t>currentId</a:t>
            </a:r>
            <a:r>
              <a:rPr lang="en-IN" dirty="0"/>
              <a:t> = rand() % 1001;</a:t>
            </a:r>
          </a:p>
          <a:p>
            <a:r>
              <a:rPr lang="en-IN" dirty="0"/>
              <a:t>    </a:t>
            </a:r>
            <a:r>
              <a:rPr lang="en-IN" dirty="0" err="1"/>
              <a:t>stringstream</a:t>
            </a:r>
            <a:r>
              <a:rPr lang="en-IN" dirty="0"/>
              <a:t> </a:t>
            </a:r>
            <a:r>
              <a:rPr lang="en-IN" dirty="0" err="1"/>
              <a:t>rss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rss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(4) &lt;&lt; </a:t>
            </a:r>
            <a:r>
              <a:rPr lang="en-IN" dirty="0" err="1"/>
              <a:t>setfill</a:t>
            </a:r>
            <a:r>
              <a:rPr lang="en-IN" dirty="0"/>
              <a:t>('0') &lt;&lt; </a:t>
            </a:r>
            <a:r>
              <a:rPr lang="en-IN" dirty="0" err="1"/>
              <a:t>currentId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getRequestId</a:t>
            </a:r>
            <a:r>
              <a:rPr lang="en-IN" dirty="0"/>
              <a:t> = "R" + </a:t>
            </a:r>
            <a:r>
              <a:rPr lang="en-IN" dirty="0" err="1"/>
              <a:t>rss.str</a:t>
            </a:r>
            <a:r>
              <a:rPr lang="en-IN" dirty="0"/>
              <a:t>();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3398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66DA8C-80B5-6417-3506-CBB73FA23AC2}"/>
              </a:ext>
            </a:extLst>
          </p:cNvPr>
          <p:cNvSpPr txBox="1"/>
          <p:nvPr/>
        </p:nvSpPr>
        <p:spPr>
          <a:xfrm>
            <a:off x="209747" y="201246"/>
            <a:ext cx="11828282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checkFile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string </a:t>
            </a:r>
            <a:r>
              <a:rPr lang="en-IN" dirty="0" err="1"/>
              <a:t>reqId</a:t>
            </a:r>
            <a:r>
              <a:rPr lang="en-IN" dirty="0"/>
              <a:t>, </a:t>
            </a:r>
            <a:r>
              <a:rPr lang="en-IN" dirty="0" err="1"/>
              <a:t>prodId</a:t>
            </a:r>
            <a:r>
              <a:rPr lang="en-IN" dirty="0"/>
              <a:t>, name, brand, category, model, price, variant, qty, date, status;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date,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endParaRPr lang="en-IN" dirty="0"/>
          </a:p>
          <a:p>
            <a:r>
              <a:rPr lang="en-IN" dirty="0"/>
              <a:t>        if (</a:t>
            </a:r>
            <a:r>
              <a:rPr lang="en-IN" dirty="0" err="1"/>
              <a:t>prodId</a:t>
            </a:r>
            <a:r>
              <a:rPr lang="en-IN" dirty="0"/>
              <a:t> == </a:t>
            </a:r>
            <a:r>
              <a:rPr lang="en-IN" dirty="0" err="1"/>
              <a:t>getProductId</a:t>
            </a:r>
            <a:r>
              <a:rPr lang="en-IN" dirty="0"/>
              <a:t> &amp;&amp; </a:t>
            </a:r>
            <a:r>
              <a:rPr lang="en-IN" dirty="0" err="1"/>
              <a:t>stoi</a:t>
            </a:r>
            <a:r>
              <a:rPr lang="en-IN" dirty="0"/>
              <a:t>(qty) == </a:t>
            </a:r>
            <a:r>
              <a:rPr lang="en-IN" dirty="0" err="1"/>
              <a:t>getQuantity</a:t>
            </a:r>
            <a:r>
              <a:rPr lang="en-IN" dirty="0"/>
              <a:t> &amp;&amp; status == "Requesting") {</a:t>
            </a:r>
          </a:p>
          <a:p>
            <a:r>
              <a:rPr lang="en-IN" dirty="0"/>
              <a:t>            duplicate = true;</a:t>
            </a:r>
          </a:p>
          <a:p>
            <a:r>
              <a:rPr lang="en-IN" dirty="0"/>
              <a:t>            break;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checkFile.close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9552716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210CC5-7F6A-6A64-E0FA-0F90F243A630}"/>
              </a:ext>
            </a:extLst>
          </p:cNvPr>
          <p:cNvSpPr txBox="1"/>
          <p:nvPr/>
        </p:nvSpPr>
        <p:spPr>
          <a:xfrm>
            <a:off x="160256" y="156962"/>
            <a:ext cx="1175522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if (duplicate)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"?? This product request already exists with same quantity!"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productFile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string id, name, category, brand, model, variant, price, qty, reorder, </a:t>
            </a:r>
            <a:r>
              <a:rPr lang="en-IN" dirty="0" err="1"/>
              <a:t>lastUpdate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id,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reorder,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lastUpdate</a:t>
            </a:r>
            <a:r>
              <a:rPr lang="en-IN" dirty="0"/>
              <a:t>, ',');</a:t>
            </a:r>
          </a:p>
          <a:p>
            <a:endParaRPr lang="en-IN" dirty="0"/>
          </a:p>
          <a:p>
            <a:r>
              <a:rPr lang="en-IN" dirty="0"/>
              <a:t>        if (id == </a:t>
            </a:r>
            <a:r>
              <a:rPr lang="en-IN" dirty="0" err="1"/>
              <a:t>getProductId</a:t>
            </a:r>
            <a:r>
              <a:rPr lang="en-IN" dirty="0"/>
              <a:t>) {</a:t>
            </a:r>
          </a:p>
          <a:p>
            <a:r>
              <a:rPr lang="en-IN" dirty="0"/>
              <a:t>            found = true;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requestFile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"\\request_to_suppler.txt", </a:t>
            </a:r>
            <a:r>
              <a:rPr lang="en-IN" dirty="0" err="1"/>
              <a:t>ios</a:t>
            </a:r>
            <a:r>
              <a:rPr lang="en-IN" dirty="0"/>
              <a:t>::app);</a:t>
            </a:r>
          </a:p>
        </p:txBody>
      </p:sp>
    </p:spTree>
    <p:extLst>
      <p:ext uri="{BB962C8B-B14F-4D97-AF65-F5344CB8AC3E}">
        <p14:creationId xmlns:p14="http://schemas.microsoft.com/office/powerpoint/2010/main" val="15142653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FCF6968-AFC9-919D-7A58-24B4B54517D6}"/>
              </a:ext>
            </a:extLst>
          </p:cNvPr>
          <p:cNvSpPr txBox="1"/>
          <p:nvPr/>
        </p:nvSpPr>
        <p:spPr>
          <a:xfrm>
            <a:off x="197963" y="349067"/>
            <a:ext cx="1177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requestFile</a:t>
            </a:r>
            <a:r>
              <a:rPr lang="en-IN" dirty="0"/>
              <a:t> &lt;&lt; </a:t>
            </a:r>
            <a:r>
              <a:rPr lang="en-IN" dirty="0" err="1"/>
              <a:t>getRequestId</a:t>
            </a:r>
            <a:r>
              <a:rPr lang="en-IN" dirty="0"/>
              <a:t> &lt;&lt; "," &lt;&lt; id &lt;&lt; "," &lt;&lt; name &lt;&lt; "," &lt;&lt; brand &lt;&lt; "," &lt;&lt; category &lt;&lt; "," &lt;&lt; model &lt;&lt; "," &lt;&lt; price &lt;&lt; ","</a:t>
            </a:r>
          </a:p>
          <a:p>
            <a:r>
              <a:rPr lang="en-IN" dirty="0"/>
              <a:t>                        &lt;&lt; variant &lt;&lt; "," &lt;&lt; </a:t>
            </a:r>
            <a:r>
              <a:rPr lang="en-IN" dirty="0" err="1"/>
              <a:t>getQuantity</a:t>
            </a:r>
            <a:r>
              <a:rPr lang="en-IN" dirty="0"/>
              <a:t> &lt;&lt; "," &lt;&lt; </a:t>
            </a:r>
            <a:r>
              <a:rPr lang="en-IN" dirty="0" err="1"/>
              <a:t>dateStr</a:t>
            </a:r>
            <a:r>
              <a:rPr lang="en-IN" dirty="0"/>
              <a:t> &lt;&lt; "," &lt;&lt; "Requesting"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    </a:t>
            </a:r>
            <a:r>
              <a:rPr lang="en-IN" dirty="0" err="1"/>
              <a:t>requestFile.close</a:t>
            </a:r>
            <a:r>
              <a:rPr lang="en-IN" dirty="0"/>
              <a:t>();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"? Product request sent to supplier successfully."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    break;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  <a:p>
            <a:r>
              <a:rPr lang="en-IN" dirty="0"/>
              <a:t>    if (!found) </a:t>
            </a:r>
            <a:r>
              <a:rPr lang="en-IN" dirty="0" err="1"/>
              <a:t>cout</a:t>
            </a:r>
            <a:r>
              <a:rPr lang="en-IN" dirty="0"/>
              <a:t> &lt;&lt; "? Product ID " &lt;&lt; </a:t>
            </a:r>
            <a:r>
              <a:rPr lang="en-IN" dirty="0" err="1"/>
              <a:t>getProductId</a:t>
            </a:r>
            <a:r>
              <a:rPr lang="en-IN" dirty="0"/>
              <a:t> &lt;&lt; " not found in stock!"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productFile.close</a:t>
            </a:r>
            <a:r>
              <a:rPr lang="en-IN" dirty="0"/>
              <a:t>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731485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2B1FB2-D8EF-6290-95BB-1BE76DC645BB}"/>
              </a:ext>
            </a:extLst>
          </p:cNvPr>
          <p:cNvSpPr txBox="1"/>
          <p:nvPr/>
        </p:nvSpPr>
        <p:spPr>
          <a:xfrm>
            <a:off x="260554" y="244317"/>
            <a:ext cx="28597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1.5  Supplier Management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D512AB-48E1-BC60-4F24-04EEC1AC2378}"/>
              </a:ext>
            </a:extLst>
          </p:cNvPr>
          <p:cNvSpPr txBox="1"/>
          <p:nvPr/>
        </p:nvSpPr>
        <p:spPr>
          <a:xfrm>
            <a:off x="737648" y="732663"/>
            <a:ext cx="111024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staffSupplierMenu</a:t>
            </a:r>
            <a:r>
              <a:rPr lang="en-IN" dirty="0"/>
              <a:t>(string role){</a:t>
            </a:r>
          </a:p>
          <a:p>
            <a:pPr lvl="1"/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if (role == "supplier") role = "SUPPLIER";</a:t>
            </a:r>
          </a:p>
          <a:p>
            <a:pPr lvl="1"/>
            <a:r>
              <a:rPr lang="en-IN" dirty="0"/>
              <a:t>else if(role == "staff") role = "STAFF";</a:t>
            </a:r>
          </a:p>
          <a:p>
            <a:pPr lvl="1"/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(96) &lt;&lt; "|| " &lt;&lt; role &lt;&lt;" MANAGEMENT ||"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(88) &lt;&lt;"1. Add new "&lt;&lt;role&lt;&lt; </a:t>
            </a:r>
            <a:r>
              <a:rPr lang="en-IN" dirty="0" err="1"/>
              <a:t>setw</a:t>
            </a:r>
            <a:r>
              <a:rPr lang="en-IN" dirty="0"/>
              <a:t>(25) &lt;&lt;" 2. Edit "&lt;&lt; role &lt;&lt;" Details"&lt;&lt;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(87) &lt;&lt;"3. Update "&lt;&lt; role &lt;&lt;" Credential "&lt;&lt; </a:t>
            </a:r>
            <a:r>
              <a:rPr lang="en-IN" dirty="0" err="1"/>
              <a:t>setw</a:t>
            </a:r>
            <a:r>
              <a:rPr lang="en-IN" dirty="0"/>
              <a:t>(31) &lt;&lt;"4. Active/</a:t>
            </a:r>
            <a:r>
              <a:rPr lang="en-IN" dirty="0" err="1"/>
              <a:t>Deactive</a:t>
            </a:r>
            <a:r>
              <a:rPr lang="en-IN" dirty="0"/>
              <a:t> Status"&lt;&lt;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(85) &lt;&lt;"5. View "&lt;&lt; role &lt;&lt;"\t\t\t 6. Exit"&lt;&lt;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pPr lvl="1"/>
            <a:r>
              <a:rPr lang="en-IN" dirty="0"/>
              <a:t>    line();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183843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44AE23F-F9FE-57C9-8E00-496E02FADADE}"/>
              </a:ext>
            </a:extLst>
          </p:cNvPr>
          <p:cNvSpPr txBox="1"/>
          <p:nvPr/>
        </p:nvSpPr>
        <p:spPr>
          <a:xfrm>
            <a:off x="159215" y="222930"/>
            <a:ext cx="41865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1.5.1   Add  Supplier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87B324-11F2-D9C7-247D-99E384A53BF3}"/>
              </a:ext>
            </a:extLst>
          </p:cNvPr>
          <p:cNvSpPr txBox="1"/>
          <p:nvPr/>
        </p:nvSpPr>
        <p:spPr>
          <a:xfrm>
            <a:off x="342115" y="869261"/>
            <a:ext cx="1150777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addSupplier</a:t>
            </a:r>
            <a:r>
              <a:rPr lang="en-IN" dirty="0"/>
              <a:t>(unsigned int </a:t>
            </a:r>
            <a:r>
              <a:rPr lang="en-IN" dirty="0" err="1"/>
              <a:t>getSupplierid</a:t>
            </a:r>
            <a:r>
              <a:rPr lang="en-IN" dirty="0"/>
              <a:t>, string </a:t>
            </a:r>
            <a:r>
              <a:rPr lang="en-IN" dirty="0" err="1"/>
              <a:t>getSupplierName</a:t>
            </a:r>
            <a:r>
              <a:rPr lang="en-IN" dirty="0"/>
              <a:t>, string </a:t>
            </a:r>
            <a:r>
              <a:rPr lang="en-IN" dirty="0" err="1"/>
              <a:t>getContactno</a:t>
            </a:r>
            <a:r>
              <a:rPr lang="en-IN" dirty="0"/>
              <a:t>,</a:t>
            </a:r>
          </a:p>
          <a:p>
            <a:r>
              <a:rPr lang="en-IN" dirty="0"/>
              <a:t>                        string </a:t>
            </a:r>
            <a:r>
              <a:rPr lang="en-IN" dirty="0" err="1"/>
              <a:t>getEmail</a:t>
            </a:r>
            <a:r>
              <a:rPr lang="en-IN" dirty="0"/>
              <a:t>, string </a:t>
            </a:r>
            <a:r>
              <a:rPr lang="en-IN" dirty="0" err="1"/>
              <a:t>getUsername</a:t>
            </a:r>
            <a:r>
              <a:rPr lang="en-IN" dirty="0"/>
              <a:t>, string </a:t>
            </a:r>
            <a:r>
              <a:rPr lang="en-IN" dirty="0" err="1"/>
              <a:t>getPassword</a:t>
            </a:r>
            <a:r>
              <a:rPr lang="en-IN" dirty="0"/>
              <a:t>, string </a:t>
            </a:r>
            <a:r>
              <a:rPr lang="en-IN" dirty="0" err="1"/>
              <a:t>getStatus,string</a:t>
            </a:r>
            <a:r>
              <a:rPr lang="en-IN" dirty="0"/>
              <a:t> role) {</a:t>
            </a:r>
          </a:p>
          <a:p>
            <a:r>
              <a:rPr lang="en-IN" dirty="0"/>
              <a:t>    </a:t>
            </a:r>
            <a:r>
              <a:rPr lang="en-IN" dirty="0" err="1"/>
              <a:t>SupplierDetails</a:t>
            </a:r>
            <a:r>
              <a:rPr lang="en-IN" dirty="0"/>
              <a:t> </a:t>
            </a:r>
            <a:r>
              <a:rPr lang="en-IN" dirty="0" err="1"/>
              <a:t>supplierDetail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supplierDetail.supplierid</a:t>
            </a:r>
            <a:r>
              <a:rPr lang="en-IN" dirty="0"/>
              <a:t> = </a:t>
            </a:r>
            <a:r>
              <a:rPr lang="en-IN" dirty="0" err="1"/>
              <a:t>getSupplierid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supplierDetail.supplierName</a:t>
            </a:r>
            <a:r>
              <a:rPr lang="en-IN" dirty="0"/>
              <a:t> = </a:t>
            </a:r>
            <a:r>
              <a:rPr lang="en-IN" dirty="0" err="1"/>
              <a:t>getSupplierName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supplierDetail.contactno</a:t>
            </a:r>
            <a:r>
              <a:rPr lang="en-IN" dirty="0"/>
              <a:t> = </a:t>
            </a:r>
            <a:r>
              <a:rPr lang="en-IN" dirty="0" err="1"/>
              <a:t>getContactno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supplierDetail.email</a:t>
            </a:r>
            <a:r>
              <a:rPr lang="en-IN" dirty="0"/>
              <a:t> = </a:t>
            </a:r>
            <a:r>
              <a:rPr lang="en-IN" dirty="0" err="1"/>
              <a:t>getEmail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supplierDetail.Username</a:t>
            </a:r>
            <a:r>
              <a:rPr lang="en-IN" dirty="0"/>
              <a:t> = </a:t>
            </a:r>
            <a:r>
              <a:rPr lang="en-IN" dirty="0" err="1"/>
              <a:t>getUsername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supplierDetail.password</a:t>
            </a:r>
            <a:r>
              <a:rPr lang="en-IN" dirty="0"/>
              <a:t> = </a:t>
            </a:r>
            <a:r>
              <a:rPr lang="en-IN" dirty="0" err="1"/>
              <a:t>getPassword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supplierDetail.status</a:t>
            </a:r>
            <a:r>
              <a:rPr lang="en-IN" dirty="0"/>
              <a:t> = </a:t>
            </a:r>
            <a:r>
              <a:rPr lang="en-IN" dirty="0" err="1"/>
              <a:t>getStatus</a:t>
            </a:r>
            <a:r>
              <a:rPr lang="en-IN" dirty="0"/>
              <a:t>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string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   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outFile</a:t>
            </a:r>
            <a:r>
              <a:rPr lang="en-IN" dirty="0"/>
              <a:t>;</a:t>
            </a:r>
          </a:p>
          <a:p>
            <a:r>
              <a:rPr lang="en-IN" dirty="0"/>
              <a:t>    if(role == "supplier") </a:t>
            </a:r>
            <a:r>
              <a:rPr lang="en-IN" dirty="0" err="1"/>
              <a:t>outFile.open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"\\suppliers.txt", </a:t>
            </a:r>
            <a:r>
              <a:rPr lang="en-IN" dirty="0" err="1"/>
              <a:t>ios</a:t>
            </a:r>
            <a:r>
              <a:rPr lang="en-IN" dirty="0"/>
              <a:t>::app); </a:t>
            </a:r>
          </a:p>
          <a:p>
            <a:r>
              <a:rPr lang="en-IN" dirty="0"/>
              <a:t>    else if(role == "staff") </a:t>
            </a:r>
            <a:r>
              <a:rPr lang="en-IN" dirty="0" err="1"/>
              <a:t>outFile.open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"\\staff.txt", </a:t>
            </a:r>
            <a:r>
              <a:rPr lang="en-IN" dirty="0" err="1"/>
              <a:t>ios</a:t>
            </a:r>
            <a:r>
              <a:rPr lang="en-IN" dirty="0"/>
              <a:t>::app);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outFile</a:t>
            </a:r>
            <a:r>
              <a:rPr lang="en-IN" dirty="0"/>
              <a:t> &lt;&lt; </a:t>
            </a:r>
            <a:r>
              <a:rPr lang="en-IN" dirty="0" err="1"/>
              <a:t>supplierDetail.supplierid</a:t>
            </a:r>
            <a:r>
              <a:rPr lang="en-IN" dirty="0"/>
              <a:t> &lt;&lt; "," &lt;&lt; </a:t>
            </a:r>
            <a:r>
              <a:rPr lang="en-IN" dirty="0" err="1"/>
              <a:t>supplierDetail.supplierName</a:t>
            </a:r>
            <a:r>
              <a:rPr lang="en-IN" dirty="0"/>
              <a:t> &lt;&lt; "," &lt;&lt; </a:t>
            </a:r>
            <a:r>
              <a:rPr lang="en-IN" dirty="0" err="1"/>
              <a:t>supplierDetail.contactno</a:t>
            </a:r>
            <a:r>
              <a:rPr lang="en-IN" dirty="0"/>
              <a:t> &lt;&lt; "," &lt;&lt; </a:t>
            </a:r>
            <a:r>
              <a:rPr lang="en-IN" dirty="0" err="1"/>
              <a:t>supplierDetail.email</a:t>
            </a:r>
            <a:r>
              <a:rPr lang="en-IN" dirty="0"/>
              <a:t> &lt;&lt; ","</a:t>
            </a:r>
          </a:p>
          <a:p>
            <a:r>
              <a:rPr lang="en-IN" dirty="0"/>
              <a:t>            &lt;&lt; </a:t>
            </a:r>
            <a:r>
              <a:rPr lang="en-IN" dirty="0" err="1"/>
              <a:t>supplierDetail.Username</a:t>
            </a:r>
            <a:r>
              <a:rPr lang="en-IN" dirty="0"/>
              <a:t> &lt;&lt; "," &lt;&lt; </a:t>
            </a:r>
            <a:r>
              <a:rPr lang="en-IN" dirty="0" err="1"/>
              <a:t>supplierDetail.password</a:t>
            </a:r>
            <a:r>
              <a:rPr lang="en-IN" dirty="0"/>
              <a:t> &lt;&lt; "," &lt;&lt; </a:t>
            </a:r>
            <a:r>
              <a:rPr lang="en-IN" dirty="0" err="1"/>
              <a:t>supplierDetail.status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outFile.close</a:t>
            </a:r>
            <a:r>
              <a:rPr lang="en-IN" dirty="0"/>
              <a:t>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093935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6E440E-54F8-2720-6923-79DE2CA7C159}"/>
              </a:ext>
            </a:extLst>
          </p:cNvPr>
          <p:cNvSpPr txBox="1"/>
          <p:nvPr/>
        </p:nvSpPr>
        <p:spPr>
          <a:xfrm>
            <a:off x="159215" y="222930"/>
            <a:ext cx="41865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1.5.2   Edit  Supplier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0C9E8E-467B-59FC-613F-90AFE7A3E914}"/>
              </a:ext>
            </a:extLst>
          </p:cNvPr>
          <p:cNvSpPr txBox="1"/>
          <p:nvPr/>
        </p:nvSpPr>
        <p:spPr>
          <a:xfrm>
            <a:off x="247453" y="668966"/>
            <a:ext cx="1167745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editSupplierDetails</a:t>
            </a:r>
            <a:r>
              <a:rPr lang="en-IN" dirty="0"/>
              <a:t>(unsigned int </a:t>
            </a:r>
            <a:r>
              <a:rPr lang="en-IN" dirty="0" err="1"/>
              <a:t>supplierid,string</a:t>
            </a:r>
            <a:r>
              <a:rPr lang="en-IN" dirty="0"/>
              <a:t> role) {</a:t>
            </a:r>
          </a:p>
          <a:p>
            <a:endParaRPr lang="en-IN" dirty="0"/>
          </a:p>
          <a:p>
            <a:r>
              <a:rPr lang="en-IN" dirty="0"/>
              <a:t>    vector&lt;</a:t>
            </a:r>
            <a:r>
              <a:rPr lang="en-IN" dirty="0" err="1"/>
              <a:t>SupplierDetails</a:t>
            </a:r>
            <a:r>
              <a:rPr lang="en-IN" dirty="0"/>
              <a:t>&gt; suppliers;</a:t>
            </a:r>
          </a:p>
          <a:p>
            <a:r>
              <a:rPr lang="en-IN" dirty="0"/>
              <a:t>    </a:t>
            </a:r>
            <a:r>
              <a:rPr lang="en-IN" dirty="0" err="1"/>
              <a:t>SupplierDetails</a:t>
            </a:r>
            <a:r>
              <a:rPr lang="en-IN" dirty="0"/>
              <a:t> </a:t>
            </a:r>
            <a:r>
              <a:rPr lang="en-IN" dirty="0" err="1"/>
              <a:t>editDetails</a:t>
            </a:r>
            <a:r>
              <a:rPr lang="en-IN" dirty="0"/>
              <a:t>;</a:t>
            </a:r>
          </a:p>
          <a:p>
            <a:r>
              <a:rPr lang="en-IN" dirty="0"/>
              <a:t>    string </a:t>
            </a:r>
            <a:r>
              <a:rPr lang="en-IN" dirty="0" err="1"/>
              <a:t>line,token,filename</a:t>
            </a:r>
            <a:r>
              <a:rPr lang="en-IN" dirty="0"/>
              <a:t>;</a:t>
            </a:r>
          </a:p>
          <a:p>
            <a:r>
              <a:rPr lang="en-IN" dirty="0"/>
              <a:t>	string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	if (role == "staff") filename = </a:t>
            </a:r>
            <a:r>
              <a:rPr lang="en-IN" dirty="0" err="1"/>
              <a:t>basePath</a:t>
            </a:r>
            <a:r>
              <a:rPr lang="en-IN" dirty="0"/>
              <a:t> + "\\staff.txt";</a:t>
            </a:r>
          </a:p>
          <a:p>
            <a:r>
              <a:rPr lang="en-IN" dirty="0"/>
              <a:t>    else if (role == "supplier") filename = </a:t>
            </a:r>
            <a:r>
              <a:rPr lang="en-IN" dirty="0" err="1"/>
              <a:t>basePath</a:t>
            </a:r>
            <a:r>
              <a:rPr lang="en-IN" dirty="0"/>
              <a:t> + "\\suppliers.txt";</a:t>
            </a:r>
          </a:p>
          <a:p>
            <a:r>
              <a:rPr lang="en-IN" dirty="0"/>
              <a:t>        	</a:t>
            </a:r>
          </a:p>
          <a:p>
            <a:r>
              <a:rPr lang="en-IN" dirty="0"/>
              <a:t>	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inFile</a:t>
            </a:r>
            <a:r>
              <a:rPr lang="en-IN" dirty="0"/>
              <a:t>(filename);</a:t>
            </a:r>
          </a:p>
          <a:p>
            <a:endParaRPr lang="en-IN" dirty="0"/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inFile</a:t>
            </a:r>
            <a:r>
              <a:rPr lang="en-IN" dirty="0"/>
              <a:t>, line))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ss(line);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token, ',');</a:t>
            </a:r>
          </a:p>
          <a:p>
            <a:r>
              <a:rPr lang="en-IN" dirty="0"/>
              <a:t>        </a:t>
            </a:r>
            <a:r>
              <a:rPr lang="en-IN" dirty="0" err="1"/>
              <a:t>editDetails.supplierid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(token);</a:t>
            </a:r>
          </a:p>
          <a:p>
            <a:r>
              <a:rPr lang="en-IN" dirty="0"/>
              <a:t>        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editDetails.supplierName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editDetails.contactno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editDetails.email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editDetails.Username</a:t>
            </a:r>
            <a:r>
              <a:rPr lang="en-IN" dirty="0"/>
              <a:t>, ',');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12402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63748B-BB67-B816-06D3-F6ABCFBBFBF7}"/>
              </a:ext>
            </a:extLst>
          </p:cNvPr>
          <p:cNvSpPr txBox="1"/>
          <p:nvPr/>
        </p:nvSpPr>
        <p:spPr>
          <a:xfrm>
            <a:off x="275733" y="137389"/>
            <a:ext cx="11602039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editDetails.password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editDetails.status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suppliers.push_back</a:t>
            </a:r>
            <a:r>
              <a:rPr lang="en-IN" dirty="0"/>
              <a:t>(</a:t>
            </a:r>
            <a:r>
              <a:rPr lang="en-IN" dirty="0" err="1"/>
              <a:t>editDetails</a:t>
            </a:r>
            <a:r>
              <a:rPr lang="en-IN" dirty="0"/>
              <a:t>);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inFile.close</a:t>
            </a:r>
            <a:r>
              <a:rPr lang="en-IN" dirty="0"/>
              <a:t>();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bool found = false;</a:t>
            </a:r>
          </a:p>
          <a:p>
            <a:r>
              <a:rPr lang="en-IN" dirty="0"/>
              <a:t>    for (auto&amp; supplier : suppliers) {</a:t>
            </a:r>
          </a:p>
          <a:p>
            <a:r>
              <a:rPr lang="en-IN" dirty="0"/>
              <a:t>        if (</a:t>
            </a:r>
            <a:r>
              <a:rPr lang="en-IN" dirty="0" err="1"/>
              <a:t>supplier.supplierid</a:t>
            </a:r>
            <a:r>
              <a:rPr lang="en-IN" dirty="0"/>
              <a:t> == </a:t>
            </a:r>
            <a:r>
              <a:rPr lang="en-IN" dirty="0" err="1"/>
              <a:t>supplierid</a:t>
            </a:r>
            <a:r>
              <a:rPr lang="en-IN" dirty="0"/>
              <a:t>) {</a:t>
            </a:r>
          </a:p>
          <a:p>
            <a:r>
              <a:rPr lang="en-IN" dirty="0"/>
              <a:t>        	found = true;</a:t>
            </a:r>
          </a:p>
          <a:p>
            <a:r>
              <a:rPr lang="en-IN" dirty="0"/>
              <a:t>            </a:t>
            </a:r>
            <a:r>
              <a:rPr lang="en-IN" dirty="0" err="1"/>
              <a:t>cin.ignore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"&lt;&lt;role&lt;&lt;" Name: ";</a:t>
            </a:r>
          </a:p>
          <a:p>
            <a:r>
              <a:rPr lang="en-IN" dirty="0"/>
              <a:t>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cin</a:t>
            </a:r>
            <a:r>
              <a:rPr lang="en-IN" dirty="0"/>
              <a:t>, </a:t>
            </a:r>
            <a:r>
              <a:rPr lang="en-IN" dirty="0" err="1"/>
              <a:t>supplier.supplierName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Contact Number: ";</a:t>
            </a:r>
          </a:p>
          <a:p>
            <a:r>
              <a:rPr lang="en-IN" dirty="0"/>
              <a:t>            </a:t>
            </a:r>
            <a:r>
              <a:rPr lang="en-IN" dirty="0" err="1"/>
              <a:t>cin</a:t>
            </a:r>
            <a:r>
              <a:rPr lang="en-IN" dirty="0"/>
              <a:t> &gt;&gt; </a:t>
            </a:r>
            <a:r>
              <a:rPr lang="en-IN" dirty="0" err="1"/>
              <a:t>supplier.contactno</a:t>
            </a:r>
            <a:r>
              <a:rPr lang="en-IN" dirty="0"/>
              <a:t>;</a:t>
            </a:r>
          </a:p>
          <a:p>
            <a:r>
              <a:rPr lang="en-IN" dirty="0"/>
              <a:t>            </a:t>
            </a:r>
            <a:r>
              <a:rPr lang="en-IN" dirty="0" err="1"/>
              <a:t>cin.ignore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Email: ";</a:t>
            </a:r>
          </a:p>
          <a:p>
            <a:r>
              <a:rPr lang="en-IN" dirty="0"/>
              <a:t>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cin</a:t>
            </a:r>
            <a:r>
              <a:rPr lang="en-IN" dirty="0"/>
              <a:t>, </a:t>
            </a:r>
            <a:r>
              <a:rPr lang="en-IN" dirty="0" err="1"/>
              <a:t>supplier.email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"\n "&lt;&lt; role &lt;&lt; " details updated.\n";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07497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20D4B5-5D6F-BDC3-6CFE-8E636241C35A}"/>
              </a:ext>
            </a:extLst>
          </p:cNvPr>
          <p:cNvSpPr txBox="1"/>
          <p:nvPr/>
        </p:nvSpPr>
        <p:spPr>
          <a:xfrm>
            <a:off x="398282" y="124287"/>
            <a:ext cx="11554905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break;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if (!found)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 Supplier ID " &lt;&lt; </a:t>
            </a:r>
            <a:r>
              <a:rPr lang="en-IN" dirty="0" err="1"/>
              <a:t>supplierid</a:t>
            </a:r>
            <a:r>
              <a:rPr lang="en-IN" dirty="0"/>
              <a:t> &lt;&lt; " not found.\n";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if (role == "staff") filename = </a:t>
            </a:r>
            <a:r>
              <a:rPr lang="en-IN" dirty="0" err="1"/>
              <a:t>basePath</a:t>
            </a:r>
            <a:r>
              <a:rPr lang="en-IN" dirty="0"/>
              <a:t> + "\\staff.txt";</a:t>
            </a:r>
          </a:p>
          <a:p>
            <a:r>
              <a:rPr lang="en-IN" dirty="0"/>
              <a:t>    else if (role == "supplier") filename = </a:t>
            </a:r>
            <a:r>
              <a:rPr lang="en-IN" dirty="0" err="1"/>
              <a:t>basePath</a:t>
            </a:r>
            <a:r>
              <a:rPr lang="en-IN" dirty="0"/>
              <a:t> + "\\suppliers.txt";</a:t>
            </a:r>
          </a:p>
          <a:p>
            <a:r>
              <a:rPr lang="en-IN" dirty="0"/>
              <a:t>        	</a:t>
            </a:r>
          </a:p>
          <a:p>
            <a:r>
              <a:rPr lang="en-IN" dirty="0"/>
              <a:t>	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outFile</a:t>
            </a:r>
            <a:r>
              <a:rPr lang="en-IN" dirty="0"/>
              <a:t>(filename);</a:t>
            </a:r>
          </a:p>
          <a:p>
            <a:endParaRPr lang="en-IN" dirty="0"/>
          </a:p>
          <a:p>
            <a:r>
              <a:rPr lang="en-IN" dirty="0"/>
              <a:t>    for (auto&amp; supplier : suppliers) {</a:t>
            </a:r>
          </a:p>
          <a:p>
            <a:r>
              <a:rPr lang="en-IN" dirty="0"/>
              <a:t>        </a:t>
            </a:r>
            <a:r>
              <a:rPr lang="en-IN" dirty="0" err="1"/>
              <a:t>outFile</a:t>
            </a:r>
            <a:r>
              <a:rPr lang="en-IN" dirty="0"/>
              <a:t> &lt;&lt; </a:t>
            </a:r>
            <a:r>
              <a:rPr lang="en-IN" dirty="0" err="1"/>
              <a:t>supplier.supplierid</a:t>
            </a:r>
            <a:r>
              <a:rPr lang="en-IN" dirty="0"/>
              <a:t> &lt;&lt; "," &lt;&lt; </a:t>
            </a:r>
            <a:r>
              <a:rPr lang="en-IN" dirty="0" err="1"/>
              <a:t>supplier.supplierName</a:t>
            </a:r>
            <a:r>
              <a:rPr lang="en-IN" dirty="0"/>
              <a:t> &lt;&lt; "," &lt;&lt; </a:t>
            </a:r>
            <a:r>
              <a:rPr lang="en-IN" dirty="0" err="1"/>
              <a:t>supplier.contactno</a:t>
            </a:r>
            <a:r>
              <a:rPr lang="en-IN" dirty="0"/>
              <a:t> &lt;&lt; "," &lt;&lt; </a:t>
            </a:r>
            <a:r>
              <a:rPr lang="en-IN" dirty="0" err="1"/>
              <a:t>supplier.email</a:t>
            </a:r>
            <a:r>
              <a:rPr lang="en-IN" dirty="0"/>
              <a:t> &lt;&lt; "," &lt;&lt; </a:t>
            </a:r>
            <a:r>
              <a:rPr lang="en-IN" dirty="0" err="1"/>
              <a:t>supplier.Username</a:t>
            </a:r>
            <a:r>
              <a:rPr lang="en-IN" dirty="0"/>
              <a:t> &lt;&lt; ","</a:t>
            </a:r>
          </a:p>
          <a:p>
            <a:r>
              <a:rPr lang="en-IN" dirty="0"/>
              <a:t>                &lt;&lt; </a:t>
            </a:r>
            <a:r>
              <a:rPr lang="en-IN" dirty="0" err="1"/>
              <a:t>supplier.password</a:t>
            </a:r>
            <a:r>
              <a:rPr lang="en-IN" dirty="0"/>
              <a:t> &lt;&lt; "," &lt;&lt; </a:t>
            </a:r>
            <a:r>
              <a:rPr lang="en-IN" dirty="0" err="1"/>
              <a:t>supplier.status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outFile.close</a:t>
            </a:r>
            <a:r>
              <a:rPr lang="en-IN" dirty="0"/>
              <a:t>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158148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4A892-2789-7DD2-9709-449560F20DA2}"/>
              </a:ext>
            </a:extLst>
          </p:cNvPr>
          <p:cNvSpPr txBox="1"/>
          <p:nvPr/>
        </p:nvSpPr>
        <p:spPr>
          <a:xfrm>
            <a:off x="159215" y="222930"/>
            <a:ext cx="41865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1.5.3  Edit Supplier  </a:t>
            </a:r>
            <a:r>
              <a:rPr lang="en-IN" dirty="0"/>
              <a:t>Credential</a:t>
            </a: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C7B4C-F519-B2C7-5F6B-FF6CF4C9588B}"/>
              </a:ext>
            </a:extLst>
          </p:cNvPr>
          <p:cNvSpPr txBox="1"/>
          <p:nvPr/>
        </p:nvSpPr>
        <p:spPr>
          <a:xfrm>
            <a:off x="244056" y="639220"/>
            <a:ext cx="11718558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editSupplierCredential</a:t>
            </a:r>
            <a:r>
              <a:rPr lang="en-IN" dirty="0"/>
              <a:t>(unsigned int </a:t>
            </a:r>
            <a:r>
              <a:rPr lang="en-IN" dirty="0" err="1"/>
              <a:t>supplierid,string</a:t>
            </a:r>
            <a:r>
              <a:rPr lang="en-IN" dirty="0"/>
              <a:t> role) {</a:t>
            </a:r>
          </a:p>
          <a:p>
            <a:endParaRPr lang="en-IN" dirty="0"/>
          </a:p>
          <a:p>
            <a:r>
              <a:rPr lang="en-IN" dirty="0"/>
              <a:t>    vector&lt;</a:t>
            </a:r>
            <a:r>
              <a:rPr lang="en-IN" dirty="0" err="1"/>
              <a:t>SupplierDetails</a:t>
            </a:r>
            <a:r>
              <a:rPr lang="en-IN" dirty="0"/>
              <a:t>&gt; suppliers;</a:t>
            </a:r>
          </a:p>
          <a:p>
            <a:r>
              <a:rPr lang="en-IN" dirty="0"/>
              <a:t>    </a:t>
            </a:r>
            <a:r>
              <a:rPr lang="en-IN" dirty="0" err="1"/>
              <a:t>SupplierDetails</a:t>
            </a:r>
            <a:r>
              <a:rPr lang="en-IN" dirty="0"/>
              <a:t> </a:t>
            </a:r>
            <a:r>
              <a:rPr lang="en-IN" dirty="0" err="1"/>
              <a:t>editDetails</a:t>
            </a:r>
            <a:r>
              <a:rPr lang="en-IN" dirty="0"/>
              <a:t>;</a:t>
            </a:r>
          </a:p>
          <a:p>
            <a:r>
              <a:rPr lang="en-IN" dirty="0"/>
              <a:t>    string </a:t>
            </a:r>
            <a:r>
              <a:rPr lang="en-IN" dirty="0" err="1"/>
              <a:t>line,token,filename</a:t>
            </a:r>
            <a:r>
              <a:rPr lang="en-IN" dirty="0"/>
              <a:t>;</a:t>
            </a:r>
          </a:p>
          <a:p>
            <a:r>
              <a:rPr lang="en-IN" dirty="0"/>
              <a:t>    string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if (role == "staff") filename = </a:t>
            </a:r>
            <a:r>
              <a:rPr lang="en-IN" dirty="0" err="1"/>
              <a:t>basePath</a:t>
            </a:r>
            <a:r>
              <a:rPr lang="en-IN" dirty="0"/>
              <a:t> + "\\staff.txt";</a:t>
            </a:r>
          </a:p>
          <a:p>
            <a:r>
              <a:rPr lang="en-IN" dirty="0"/>
              <a:t>    else if (role == "supplier") filename = </a:t>
            </a:r>
            <a:r>
              <a:rPr lang="en-IN" dirty="0" err="1"/>
              <a:t>basePath</a:t>
            </a:r>
            <a:r>
              <a:rPr lang="en-IN" dirty="0"/>
              <a:t> + "\\suppliers.txt";</a:t>
            </a:r>
          </a:p>
          <a:p>
            <a:r>
              <a:rPr lang="en-IN" dirty="0"/>
              <a:t>        	</a:t>
            </a:r>
          </a:p>
          <a:p>
            <a:r>
              <a:rPr lang="en-IN" dirty="0"/>
              <a:t>	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inFile</a:t>
            </a:r>
            <a:r>
              <a:rPr lang="en-IN" dirty="0"/>
              <a:t>(filename);</a:t>
            </a:r>
          </a:p>
          <a:p>
            <a:r>
              <a:rPr lang="en-IN" dirty="0"/>
              <a:t>   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inFile</a:t>
            </a:r>
            <a:r>
              <a:rPr lang="en-IN" dirty="0"/>
              <a:t>, line))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ss(line);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token, ',');</a:t>
            </a:r>
          </a:p>
          <a:p>
            <a:r>
              <a:rPr lang="en-IN" dirty="0"/>
              <a:t>        </a:t>
            </a:r>
            <a:r>
              <a:rPr lang="en-IN" dirty="0" err="1"/>
              <a:t>editDetails.supplierid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(token);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editDetails.supplierName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editDetails.contactno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editDetails.email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editDetails.Username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editDetails.password</a:t>
            </a:r>
            <a:r>
              <a:rPr lang="en-IN" dirty="0"/>
              <a:t>, ',');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21102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1D7C3FC-8521-10D1-4B64-33FB936D088B}"/>
              </a:ext>
            </a:extLst>
          </p:cNvPr>
          <p:cNvSpPr txBox="1"/>
          <p:nvPr/>
        </p:nvSpPr>
        <p:spPr>
          <a:xfrm>
            <a:off x="379428" y="135926"/>
            <a:ext cx="11583185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editDetails.status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suppliers.push_back</a:t>
            </a:r>
            <a:r>
              <a:rPr lang="en-IN" dirty="0"/>
              <a:t>(</a:t>
            </a:r>
            <a:r>
              <a:rPr lang="en-IN" dirty="0" err="1"/>
              <a:t>editDetails</a:t>
            </a:r>
            <a:r>
              <a:rPr lang="en-IN" dirty="0"/>
              <a:t>);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inFile.close</a:t>
            </a:r>
            <a:r>
              <a:rPr lang="en-IN" dirty="0"/>
              <a:t>();</a:t>
            </a:r>
          </a:p>
          <a:p>
            <a:r>
              <a:rPr lang="en-IN" dirty="0"/>
              <a:t>    bool found = false;</a:t>
            </a:r>
          </a:p>
          <a:p>
            <a:endParaRPr lang="en-IN" dirty="0"/>
          </a:p>
          <a:p>
            <a:r>
              <a:rPr lang="en-IN" dirty="0"/>
              <a:t>    for (auto&amp; supplier : suppliers) {</a:t>
            </a:r>
          </a:p>
          <a:p>
            <a:r>
              <a:rPr lang="en-IN" dirty="0"/>
              <a:t>        if (</a:t>
            </a:r>
            <a:r>
              <a:rPr lang="en-IN" dirty="0" err="1"/>
              <a:t>supplier.supplierid</a:t>
            </a:r>
            <a:r>
              <a:rPr lang="en-IN" dirty="0"/>
              <a:t> == </a:t>
            </a:r>
            <a:r>
              <a:rPr lang="en-IN" dirty="0" err="1"/>
              <a:t>supplierid</a:t>
            </a:r>
            <a:r>
              <a:rPr lang="en-IN" dirty="0"/>
              <a:t>) {</a:t>
            </a:r>
          </a:p>
          <a:p>
            <a:r>
              <a:rPr lang="en-IN" dirty="0"/>
              <a:t>            found = true;</a:t>
            </a:r>
          </a:p>
          <a:p>
            <a:r>
              <a:rPr lang="en-IN" dirty="0"/>
              <a:t>            </a:t>
            </a:r>
            <a:r>
              <a:rPr lang="en-IN" dirty="0" err="1"/>
              <a:t>cin.ignore</a:t>
            </a:r>
            <a:r>
              <a:rPr lang="en-IN" dirty="0"/>
              <a:t>();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Username: ";</a:t>
            </a:r>
          </a:p>
          <a:p>
            <a:r>
              <a:rPr lang="en-IN" dirty="0"/>
              <a:t>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cin</a:t>
            </a:r>
            <a:r>
              <a:rPr lang="en-IN" dirty="0"/>
              <a:t>, </a:t>
            </a:r>
            <a:r>
              <a:rPr lang="en-IN" dirty="0" err="1"/>
              <a:t>supplier.Username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Password: ";</a:t>
            </a:r>
          </a:p>
          <a:p>
            <a:r>
              <a:rPr lang="en-IN" dirty="0"/>
              <a:t>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cin</a:t>
            </a:r>
            <a:r>
              <a:rPr lang="en-IN" dirty="0"/>
              <a:t>, </a:t>
            </a:r>
            <a:r>
              <a:rPr lang="en-IN" dirty="0" err="1"/>
              <a:t>supplier.password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"\n? Credentials updated.\n";</a:t>
            </a:r>
          </a:p>
          <a:p>
            <a:r>
              <a:rPr lang="en-IN" dirty="0"/>
              <a:t>            break;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if (!found)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 Supplier ID " &lt;&lt; </a:t>
            </a:r>
            <a:r>
              <a:rPr lang="en-IN" dirty="0" err="1"/>
              <a:t>supplierid</a:t>
            </a:r>
            <a:r>
              <a:rPr lang="en-IN" dirty="0"/>
              <a:t> &lt;&lt; " not found.\n";</a:t>
            </a:r>
          </a:p>
          <a:p>
            <a:r>
              <a:rPr lang="en-IN" dirty="0"/>
              <a:t>        return; }</a:t>
            </a:r>
          </a:p>
          <a:p>
            <a:r>
              <a:rPr lang="en-IN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5048491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9ABC01-CE8D-7996-5E40-E4571F571C2F}"/>
              </a:ext>
            </a:extLst>
          </p:cNvPr>
          <p:cNvSpPr txBox="1"/>
          <p:nvPr/>
        </p:nvSpPr>
        <p:spPr>
          <a:xfrm>
            <a:off x="501978" y="358218"/>
            <a:ext cx="1143235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if (role == "staff") filename = </a:t>
            </a:r>
            <a:r>
              <a:rPr lang="en-IN" dirty="0" err="1"/>
              <a:t>basePath</a:t>
            </a:r>
            <a:r>
              <a:rPr lang="en-IN" dirty="0"/>
              <a:t> + "\\staff.txt";</a:t>
            </a:r>
          </a:p>
          <a:p>
            <a:r>
              <a:rPr lang="en-IN" dirty="0"/>
              <a:t>    else if (role == "supplier") filename = </a:t>
            </a:r>
            <a:r>
              <a:rPr lang="en-IN" dirty="0" err="1"/>
              <a:t>basePath</a:t>
            </a:r>
            <a:r>
              <a:rPr lang="en-IN" dirty="0"/>
              <a:t> + "\\suppliers.txt";</a:t>
            </a:r>
          </a:p>
          <a:p>
            <a:r>
              <a:rPr lang="en-IN" dirty="0"/>
              <a:t>        	</a:t>
            </a:r>
          </a:p>
          <a:p>
            <a:r>
              <a:rPr lang="en-IN" dirty="0"/>
              <a:t>	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outFile</a:t>
            </a:r>
            <a:r>
              <a:rPr lang="en-IN" dirty="0"/>
              <a:t>(filename);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    for (</a:t>
            </a:r>
            <a:r>
              <a:rPr lang="en-IN" dirty="0" err="1"/>
              <a:t>const</a:t>
            </a:r>
            <a:r>
              <a:rPr lang="en-IN" dirty="0"/>
              <a:t> auto&amp; supplier : suppliers) {</a:t>
            </a:r>
          </a:p>
          <a:p>
            <a:r>
              <a:rPr lang="en-IN" dirty="0"/>
              <a:t>        </a:t>
            </a:r>
            <a:r>
              <a:rPr lang="en-IN" dirty="0" err="1"/>
              <a:t>outFile</a:t>
            </a:r>
            <a:r>
              <a:rPr lang="en-IN" dirty="0"/>
              <a:t> &lt;&lt; </a:t>
            </a:r>
            <a:r>
              <a:rPr lang="en-IN" dirty="0" err="1"/>
              <a:t>supplier.supplierid</a:t>
            </a:r>
            <a:r>
              <a:rPr lang="en-IN" dirty="0"/>
              <a:t> &lt;&lt; "," &lt;&lt; </a:t>
            </a:r>
            <a:r>
              <a:rPr lang="en-IN" dirty="0" err="1"/>
              <a:t>supplier.supplierName</a:t>
            </a:r>
            <a:r>
              <a:rPr lang="en-IN" dirty="0"/>
              <a:t> &lt;&lt; "," &lt;&lt; </a:t>
            </a:r>
            <a:r>
              <a:rPr lang="en-IN" dirty="0" err="1"/>
              <a:t>supplier.contactno</a:t>
            </a:r>
            <a:r>
              <a:rPr lang="en-IN" dirty="0"/>
              <a:t> &lt;&lt; "," &lt;&lt; </a:t>
            </a:r>
            <a:r>
              <a:rPr lang="en-IN" dirty="0" err="1"/>
              <a:t>supplier.email</a:t>
            </a:r>
            <a:r>
              <a:rPr lang="en-IN" dirty="0"/>
              <a:t> &lt;&lt; "," &lt;&lt; </a:t>
            </a:r>
            <a:r>
              <a:rPr lang="en-IN" dirty="0" err="1"/>
              <a:t>supplier.Username</a:t>
            </a:r>
            <a:r>
              <a:rPr lang="en-IN" dirty="0"/>
              <a:t> &lt;&lt; ","</a:t>
            </a:r>
          </a:p>
          <a:p>
            <a:r>
              <a:rPr lang="en-IN" dirty="0"/>
              <a:t>                &lt;&lt; </a:t>
            </a:r>
            <a:r>
              <a:rPr lang="en-IN" dirty="0" err="1"/>
              <a:t>supplier.password</a:t>
            </a:r>
            <a:r>
              <a:rPr lang="en-IN" dirty="0"/>
              <a:t> &lt;&lt; "," &lt;&lt; </a:t>
            </a:r>
            <a:r>
              <a:rPr lang="en-IN" dirty="0" err="1"/>
              <a:t>supplier.status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outFile.close</a:t>
            </a:r>
            <a:r>
              <a:rPr lang="en-IN" dirty="0"/>
              <a:t>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95961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447DB6-DA79-11B2-91C3-516F088D1074}"/>
              </a:ext>
            </a:extLst>
          </p:cNvPr>
          <p:cNvSpPr txBox="1"/>
          <p:nvPr/>
        </p:nvSpPr>
        <p:spPr>
          <a:xfrm>
            <a:off x="159215" y="222930"/>
            <a:ext cx="41865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1.5.4  Edit Supplier Status</a:t>
            </a:r>
            <a:r>
              <a:rPr lang="en-IN" dirty="0"/>
              <a:t> </a:t>
            </a: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068E1C-242F-5B90-3F01-AB400AF7111B}"/>
              </a:ext>
            </a:extLst>
          </p:cNvPr>
          <p:cNvSpPr txBox="1"/>
          <p:nvPr/>
        </p:nvSpPr>
        <p:spPr>
          <a:xfrm>
            <a:off x="244057" y="630936"/>
            <a:ext cx="11605436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editSupplierStatus</a:t>
            </a:r>
            <a:r>
              <a:rPr lang="en-IN" dirty="0"/>
              <a:t>(unsigned int </a:t>
            </a:r>
            <a:r>
              <a:rPr lang="en-IN" dirty="0" err="1"/>
              <a:t>supplierid,string</a:t>
            </a:r>
            <a:r>
              <a:rPr lang="en-IN" dirty="0"/>
              <a:t> role) {</a:t>
            </a:r>
          </a:p>
          <a:p>
            <a:r>
              <a:rPr lang="en-IN" dirty="0"/>
              <a:t>    vector&lt;</a:t>
            </a:r>
            <a:r>
              <a:rPr lang="en-IN" dirty="0" err="1"/>
              <a:t>SupplierDetails</a:t>
            </a:r>
            <a:r>
              <a:rPr lang="en-IN" dirty="0"/>
              <a:t>&gt; suppliers;</a:t>
            </a:r>
          </a:p>
          <a:p>
            <a:r>
              <a:rPr lang="en-IN" dirty="0"/>
              <a:t>    </a:t>
            </a:r>
            <a:r>
              <a:rPr lang="en-IN" dirty="0" err="1"/>
              <a:t>SupplierDetails</a:t>
            </a:r>
            <a:r>
              <a:rPr lang="en-IN" dirty="0"/>
              <a:t> </a:t>
            </a:r>
            <a:r>
              <a:rPr lang="en-IN" dirty="0" err="1"/>
              <a:t>editDetails</a:t>
            </a:r>
            <a:r>
              <a:rPr lang="en-IN" dirty="0"/>
              <a:t>;</a:t>
            </a:r>
          </a:p>
          <a:p>
            <a:r>
              <a:rPr lang="en-IN" dirty="0"/>
              <a:t>    string </a:t>
            </a:r>
            <a:r>
              <a:rPr lang="en-IN" dirty="0" err="1"/>
              <a:t>line,token,filename</a:t>
            </a:r>
            <a:r>
              <a:rPr lang="en-IN" dirty="0"/>
              <a:t>;</a:t>
            </a:r>
          </a:p>
          <a:p>
            <a:r>
              <a:rPr lang="en-IN" dirty="0"/>
              <a:t>	string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if (role == "staff") filename = </a:t>
            </a:r>
            <a:r>
              <a:rPr lang="en-IN" dirty="0" err="1"/>
              <a:t>basePath</a:t>
            </a:r>
            <a:r>
              <a:rPr lang="en-IN" dirty="0"/>
              <a:t> + "\\staff.txt";</a:t>
            </a:r>
          </a:p>
          <a:p>
            <a:r>
              <a:rPr lang="en-IN" dirty="0"/>
              <a:t>    else if (role == "supplier") filename = </a:t>
            </a:r>
            <a:r>
              <a:rPr lang="en-IN" dirty="0" err="1"/>
              <a:t>basePath</a:t>
            </a:r>
            <a:r>
              <a:rPr lang="en-IN" dirty="0"/>
              <a:t> + "\\suppliers.txt";</a:t>
            </a:r>
          </a:p>
          <a:p>
            <a:r>
              <a:rPr lang="en-IN" dirty="0"/>
              <a:t>        	</a:t>
            </a:r>
          </a:p>
          <a:p>
            <a:r>
              <a:rPr lang="en-IN" dirty="0"/>
              <a:t>	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inFile</a:t>
            </a:r>
            <a:r>
              <a:rPr lang="en-IN" dirty="0"/>
              <a:t>(filename);</a:t>
            </a:r>
          </a:p>
          <a:p>
            <a:endParaRPr lang="en-IN" dirty="0"/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inFile</a:t>
            </a:r>
            <a:r>
              <a:rPr lang="en-IN" dirty="0"/>
              <a:t>, line))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ss(line);</a:t>
            </a:r>
          </a:p>
          <a:p>
            <a:endParaRPr lang="en-IN" dirty="0"/>
          </a:p>
          <a:p>
            <a:r>
              <a:rPr lang="en-IN" dirty="0"/>
              <a:t>		</a:t>
            </a:r>
            <a:r>
              <a:rPr lang="en-IN" dirty="0" err="1"/>
              <a:t>getline</a:t>
            </a:r>
            <a:r>
              <a:rPr lang="en-IN" dirty="0"/>
              <a:t>(ss, token, ',');</a:t>
            </a:r>
          </a:p>
          <a:p>
            <a:r>
              <a:rPr lang="en-IN" dirty="0"/>
              <a:t>        </a:t>
            </a:r>
            <a:r>
              <a:rPr lang="en-IN" dirty="0" err="1"/>
              <a:t>editDetails.supplierid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(token);</a:t>
            </a:r>
          </a:p>
          <a:p>
            <a:r>
              <a:rPr lang="en-IN" dirty="0"/>
              <a:t>        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editDetails.supplierName</a:t>
            </a:r>
            <a:r>
              <a:rPr lang="en-IN" dirty="0"/>
              <a:t>, ',');</a:t>
            </a:r>
          </a:p>
          <a:p>
            <a:r>
              <a:rPr lang="en-IN" dirty="0"/>
              <a:t>		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editDetails.contactno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editDetails.email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editDetails.Username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editDetails.password</a:t>
            </a:r>
            <a:r>
              <a:rPr lang="en-IN" dirty="0"/>
              <a:t>, ',');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0021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03A205-7A3D-6732-5FCB-92F0621E8543}"/>
              </a:ext>
            </a:extLst>
          </p:cNvPr>
          <p:cNvSpPr txBox="1"/>
          <p:nvPr/>
        </p:nvSpPr>
        <p:spPr>
          <a:xfrm>
            <a:off x="190893" y="73559"/>
            <a:ext cx="11592612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editDetails.status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suppliers.push_back</a:t>
            </a:r>
            <a:r>
              <a:rPr lang="en-IN" dirty="0"/>
              <a:t>(</a:t>
            </a:r>
            <a:r>
              <a:rPr lang="en-IN" dirty="0" err="1"/>
              <a:t>editDetails</a:t>
            </a:r>
            <a:r>
              <a:rPr lang="en-IN" dirty="0"/>
              <a:t>);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inFile.close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bool found = false;</a:t>
            </a:r>
          </a:p>
          <a:p>
            <a:r>
              <a:rPr lang="en-IN" dirty="0"/>
              <a:t>    for (auto&amp; supplier : suppliers) {</a:t>
            </a:r>
          </a:p>
          <a:p>
            <a:r>
              <a:rPr lang="en-IN" dirty="0"/>
              <a:t>        if (</a:t>
            </a:r>
            <a:r>
              <a:rPr lang="en-IN" dirty="0" err="1"/>
              <a:t>supplier.supplierid</a:t>
            </a:r>
            <a:r>
              <a:rPr lang="en-IN" dirty="0"/>
              <a:t> == </a:t>
            </a:r>
            <a:r>
              <a:rPr lang="en-IN" dirty="0" err="1"/>
              <a:t>supplierid</a:t>
            </a:r>
            <a:r>
              <a:rPr lang="en-IN" dirty="0"/>
              <a:t>) {</a:t>
            </a:r>
          </a:p>
          <a:p>
            <a:r>
              <a:rPr lang="en-IN" dirty="0"/>
              <a:t>            found = true;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cin.ignore</a:t>
            </a:r>
            <a:r>
              <a:rPr lang="en-IN" dirty="0"/>
              <a:t>(); 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"Current Status: " &lt;&lt; </a:t>
            </a:r>
            <a:r>
              <a:rPr lang="en-IN" dirty="0" err="1"/>
              <a:t>supplier.status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"Enter New Status (Active/Inactive): ";</a:t>
            </a:r>
          </a:p>
          <a:p>
            <a:r>
              <a:rPr lang="en-IN" dirty="0"/>
              <a:t>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cin</a:t>
            </a:r>
            <a:r>
              <a:rPr lang="en-IN" dirty="0"/>
              <a:t>, </a:t>
            </a:r>
            <a:r>
              <a:rPr lang="en-IN" dirty="0" err="1"/>
              <a:t>supplier.status</a:t>
            </a:r>
            <a:r>
              <a:rPr lang="en-IN" dirty="0"/>
              <a:t>);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"\n? Status updated.\n";</a:t>
            </a:r>
          </a:p>
          <a:p>
            <a:r>
              <a:rPr lang="en-IN" dirty="0"/>
              <a:t>            break;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if (!found)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 Supplier ID " &lt;&lt; </a:t>
            </a:r>
            <a:r>
              <a:rPr lang="en-IN" dirty="0" err="1"/>
              <a:t>supplierid</a:t>
            </a:r>
            <a:r>
              <a:rPr lang="en-IN" dirty="0"/>
              <a:t> &lt;&lt; " not found.\n";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17136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F573A1-1BC8-43C4-36F0-11C858E61EC3}"/>
              </a:ext>
            </a:extLst>
          </p:cNvPr>
          <p:cNvSpPr txBox="1"/>
          <p:nvPr/>
        </p:nvSpPr>
        <p:spPr>
          <a:xfrm>
            <a:off x="567965" y="239566"/>
            <a:ext cx="114040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if (role == "staff") filename = </a:t>
            </a:r>
            <a:r>
              <a:rPr lang="en-IN" dirty="0" err="1"/>
              <a:t>basePath</a:t>
            </a:r>
            <a:r>
              <a:rPr lang="en-IN" dirty="0"/>
              <a:t> + "\\staff.txt";</a:t>
            </a:r>
          </a:p>
          <a:p>
            <a:r>
              <a:rPr lang="en-IN" dirty="0"/>
              <a:t>    else if (role == "supplier") filename = </a:t>
            </a:r>
            <a:r>
              <a:rPr lang="en-IN" dirty="0" err="1"/>
              <a:t>basePath</a:t>
            </a:r>
            <a:r>
              <a:rPr lang="en-IN" dirty="0"/>
              <a:t> + "\\suppliers.txt";</a:t>
            </a:r>
          </a:p>
          <a:p>
            <a:r>
              <a:rPr lang="en-IN" dirty="0"/>
              <a:t>        	</a:t>
            </a:r>
          </a:p>
          <a:p>
            <a:r>
              <a:rPr lang="en-IN" dirty="0"/>
              <a:t>	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outFile</a:t>
            </a:r>
            <a:r>
              <a:rPr lang="en-IN" dirty="0"/>
              <a:t>(filename);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    for (</a:t>
            </a:r>
            <a:r>
              <a:rPr lang="en-IN" dirty="0" err="1"/>
              <a:t>const</a:t>
            </a:r>
            <a:r>
              <a:rPr lang="en-IN" dirty="0"/>
              <a:t> auto&amp; supplier : suppliers) {</a:t>
            </a:r>
          </a:p>
          <a:p>
            <a:r>
              <a:rPr lang="en-IN" dirty="0"/>
              <a:t>        </a:t>
            </a:r>
            <a:r>
              <a:rPr lang="en-IN" dirty="0" err="1"/>
              <a:t>outFile</a:t>
            </a:r>
            <a:r>
              <a:rPr lang="en-IN" dirty="0"/>
              <a:t> &lt;&lt; </a:t>
            </a:r>
            <a:r>
              <a:rPr lang="en-IN" dirty="0" err="1"/>
              <a:t>supplier.supplierid</a:t>
            </a:r>
            <a:r>
              <a:rPr lang="en-IN" dirty="0"/>
              <a:t> &lt;&lt; "," &lt;&lt; </a:t>
            </a:r>
            <a:r>
              <a:rPr lang="en-IN" dirty="0" err="1"/>
              <a:t>supplier.supplierName</a:t>
            </a:r>
            <a:r>
              <a:rPr lang="en-IN" dirty="0"/>
              <a:t> &lt;&lt; "," &lt;&lt; </a:t>
            </a:r>
            <a:r>
              <a:rPr lang="en-IN" dirty="0" err="1"/>
              <a:t>supplier.contactno</a:t>
            </a:r>
            <a:r>
              <a:rPr lang="en-IN" dirty="0"/>
              <a:t> &lt;&lt; "," &lt;&lt; </a:t>
            </a:r>
            <a:r>
              <a:rPr lang="en-IN" dirty="0" err="1"/>
              <a:t>supplier.email</a:t>
            </a:r>
            <a:r>
              <a:rPr lang="en-IN" dirty="0"/>
              <a:t> &lt;&lt; "," &lt;&lt; </a:t>
            </a:r>
            <a:r>
              <a:rPr lang="en-IN" dirty="0" err="1"/>
              <a:t>supplier.Username</a:t>
            </a:r>
            <a:r>
              <a:rPr lang="en-IN" dirty="0"/>
              <a:t> &lt;&lt; ","</a:t>
            </a:r>
          </a:p>
          <a:p>
            <a:r>
              <a:rPr lang="en-IN" dirty="0"/>
              <a:t>                &lt;&lt; </a:t>
            </a:r>
            <a:r>
              <a:rPr lang="en-IN" dirty="0" err="1"/>
              <a:t>supplier.password</a:t>
            </a:r>
            <a:r>
              <a:rPr lang="en-IN" dirty="0"/>
              <a:t> &lt;&lt; "," &lt;&lt; </a:t>
            </a:r>
            <a:r>
              <a:rPr lang="en-IN" dirty="0" err="1"/>
              <a:t>supplier.status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outFile.close</a:t>
            </a:r>
            <a:r>
              <a:rPr lang="en-IN" dirty="0"/>
              <a:t>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397802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00CF9D-8609-F255-04E9-A933E54330FE}"/>
              </a:ext>
            </a:extLst>
          </p:cNvPr>
          <p:cNvSpPr txBox="1"/>
          <p:nvPr/>
        </p:nvSpPr>
        <p:spPr>
          <a:xfrm>
            <a:off x="260554" y="244317"/>
            <a:ext cx="28597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1.6  Staff Management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DF4B2-DCCA-7C15-437C-DF78928116BB}"/>
              </a:ext>
            </a:extLst>
          </p:cNvPr>
          <p:cNvSpPr txBox="1"/>
          <p:nvPr/>
        </p:nvSpPr>
        <p:spPr>
          <a:xfrm>
            <a:off x="997416" y="890648"/>
            <a:ext cx="53091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1.6.1  Add Staff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as 1.5.1 ( Role based different file select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032098-B4DE-5E31-C5F3-C876B749991E}"/>
              </a:ext>
            </a:extLst>
          </p:cNvPr>
          <p:cNvSpPr txBox="1"/>
          <p:nvPr/>
        </p:nvSpPr>
        <p:spPr>
          <a:xfrm>
            <a:off x="997416" y="1831539"/>
            <a:ext cx="53091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1.6.2  Edit Staff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as 1.5.2 ( Role based different file select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8F8024-652C-EA60-AA89-DE33271A938B}"/>
              </a:ext>
            </a:extLst>
          </p:cNvPr>
          <p:cNvSpPr txBox="1"/>
          <p:nvPr/>
        </p:nvSpPr>
        <p:spPr>
          <a:xfrm>
            <a:off x="997416" y="2703136"/>
            <a:ext cx="53091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1.6.3  Edit Staff  </a:t>
            </a:r>
            <a:r>
              <a:rPr lang="en-US" dirty="0" err="1">
                <a:latin typeface="Adobe Arabic" panose="02040503050201020203" pitchFamily="18" charset="-78"/>
                <a:cs typeface="Adobe Arabic" panose="02040503050201020203" pitchFamily="18" charset="-78"/>
              </a:rPr>
              <a:t>Cridential</a:t>
            </a: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as 1.5.3 ( Role based different file select 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183B3B-4B19-6A9B-681B-C0B9D1F1101D}"/>
              </a:ext>
            </a:extLst>
          </p:cNvPr>
          <p:cNvSpPr txBox="1"/>
          <p:nvPr/>
        </p:nvSpPr>
        <p:spPr>
          <a:xfrm>
            <a:off x="997416" y="3650147"/>
            <a:ext cx="53091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1.6.4  Edit Staff  Status: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as 1.5.4 ( Role based different file select )</a:t>
            </a:r>
          </a:p>
        </p:txBody>
      </p:sp>
    </p:spTree>
    <p:extLst>
      <p:ext uri="{BB962C8B-B14F-4D97-AF65-F5344CB8AC3E}">
        <p14:creationId xmlns:p14="http://schemas.microsoft.com/office/powerpoint/2010/main" val="16365637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B40C05-8169-FEBA-19B2-85A3C51676DD}"/>
              </a:ext>
            </a:extLst>
          </p:cNvPr>
          <p:cNvSpPr txBox="1"/>
          <p:nvPr/>
        </p:nvSpPr>
        <p:spPr>
          <a:xfrm>
            <a:off x="260554" y="244317"/>
            <a:ext cx="28597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1.7  Reports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6F6185-F153-C6C1-3C8E-AD38CE4D87D7}"/>
              </a:ext>
            </a:extLst>
          </p:cNvPr>
          <p:cNvSpPr txBox="1"/>
          <p:nvPr/>
        </p:nvSpPr>
        <p:spPr>
          <a:xfrm>
            <a:off x="662233" y="699297"/>
            <a:ext cx="1114012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reportMenu</a:t>
            </a:r>
            <a:r>
              <a:rPr lang="en-IN" dirty="0"/>
              <a:t>(){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(107) &lt;&lt; "Reports"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(93) &lt;&lt;"1. Stock Report"&lt;&lt; </a:t>
            </a:r>
            <a:r>
              <a:rPr lang="en-IN" dirty="0" err="1"/>
              <a:t>setw</a:t>
            </a:r>
            <a:r>
              <a:rPr lang="en-IN" dirty="0"/>
              <a:t>(35) &lt;&lt;"2. Supplier Report"&lt;&lt;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setw</a:t>
            </a:r>
            <a:r>
              <a:rPr lang="en-IN" dirty="0"/>
              <a:t>(96) &lt;&lt;"3. Purchase Report"&lt;&lt; </a:t>
            </a:r>
            <a:r>
              <a:rPr lang="en-IN" dirty="0" err="1"/>
              <a:t>setw</a:t>
            </a:r>
            <a:r>
              <a:rPr lang="en-IN" dirty="0"/>
              <a:t>(21) &lt;&lt;"4. Back"&lt;&lt;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235596-EAFB-F86A-431C-F95A26E8BDD1}"/>
              </a:ext>
            </a:extLst>
          </p:cNvPr>
          <p:cNvSpPr txBox="1"/>
          <p:nvPr/>
        </p:nvSpPr>
        <p:spPr>
          <a:xfrm>
            <a:off x="260554" y="3319026"/>
            <a:ext cx="28597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1.7.1  Stock Report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03B803-F207-3CAB-A6C7-4D02F6FB7F53}"/>
              </a:ext>
            </a:extLst>
          </p:cNvPr>
          <p:cNvSpPr txBox="1"/>
          <p:nvPr/>
        </p:nvSpPr>
        <p:spPr>
          <a:xfrm>
            <a:off x="398282" y="3784072"/>
            <a:ext cx="1153316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Admin::</a:t>
            </a:r>
            <a:r>
              <a:rPr lang="en-IN" dirty="0" err="1"/>
              <a:t>viewStock</a:t>
            </a:r>
            <a:r>
              <a:rPr lang="en-IN" dirty="0"/>
              <a:t>() {</a:t>
            </a:r>
          </a:p>
          <a:p>
            <a:r>
              <a:rPr lang="en-IN" dirty="0"/>
              <a:t>	string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stockFile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"\\stock.txt");</a:t>
            </a:r>
          </a:p>
          <a:p>
            <a:r>
              <a:rPr lang="en-IN" dirty="0"/>
              <a:t>    string row;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(110) &lt;&lt; "|| STOCK REPORT || ";</a:t>
            </a:r>
          </a:p>
          <a:p>
            <a:r>
              <a:rPr lang="en-IN" dirty="0"/>
              <a:t>	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"</a:t>
            </a:r>
            <a:r>
              <a:rPr lang="en-IN" dirty="0" err="1"/>
              <a:t>ProdID</a:t>
            </a:r>
            <a:r>
              <a:rPr lang="en-IN" dirty="0"/>
              <a:t>\t\</a:t>
            </a:r>
            <a:r>
              <a:rPr lang="en-IN" dirty="0" err="1"/>
              <a:t>tName</a:t>
            </a:r>
            <a:r>
              <a:rPr lang="en-IN" dirty="0"/>
              <a:t>\t\</a:t>
            </a:r>
            <a:r>
              <a:rPr lang="en-IN" dirty="0" err="1"/>
              <a:t>tCategory</a:t>
            </a:r>
            <a:r>
              <a:rPr lang="en-IN" dirty="0"/>
              <a:t>\t\</a:t>
            </a:r>
            <a:r>
              <a:rPr lang="en-IN" dirty="0" err="1"/>
              <a:t>tBrand</a:t>
            </a:r>
            <a:r>
              <a:rPr lang="en-IN" dirty="0"/>
              <a:t>\t\</a:t>
            </a:r>
            <a:r>
              <a:rPr lang="en-IN" dirty="0" err="1"/>
              <a:t>tCarModel</a:t>
            </a:r>
            <a:r>
              <a:rPr lang="en-IN" dirty="0"/>
              <a:t>\</a:t>
            </a:r>
            <a:r>
              <a:rPr lang="en-IN" dirty="0" err="1"/>
              <a:t>tVariant</a:t>
            </a:r>
            <a:r>
              <a:rPr lang="en-IN" dirty="0"/>
              <a:t>\t\</a:t>
            </a:r>
            <a:r>
              <a:rPr lang="en-IN" dirty="0" err="1"/>
              <a:t>tPrice</a:t>
            </a:r>
            <a:r>
              <a:rPr lang="en-IN" dirty="0"/>
              <a:t>\t\</a:t>
            </a:r>
            <a:r>
              <a:rPr lang="en-IN" dirty="0" err="1"/>
              <a:t>tTotalQty</a:t>
            </a:r>
            <a:r>
              <a:rPr lang="en-IN" dirty="0"/>
              <a:t>\t\</a:t>
            </a:r>
            <a:r>
              <a:rPr lang="en-IN" dirty="0" err="1"/>
              <a:t>tQtyIn</a:t>
            </a:r>
            <a:r>
              <a:rPr lang="en-IN" dirty="0"/>
              <a:t>\t\</a:t>
            </a:r>
            <a:r>
              <a:rPr lang="en-IN" dirty="0" err="1"/>
              <a:t>tQtyOut</a:t>
            </a:r>
            <a:r>
              <a:rPr lang="en-IN" dirty="0"/>
              <a:t>\t\</a:t>
            </a:r>
            <a:r>
              <a:rPr lang="en-IN" dirty="0" err="1"/>
              <a:t>tStatus</a:t>
            </a:r>
            <a:r>
              <a:rPr lang="en-IN" dirty="0"/>
              <a:t>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line(210, "-");</a:t>
            </a:r>
          </a:p>
        </p:txBody>
      </p:sp>
    </p:spTree>
    <p:extLst>
      <p:ext uri="{BB962C8B-B14F-4D97-AF65-F5344CB8AC3E}">
        <p14:creationId xmlns:p14="http://schemas.microsoft.com/office/powerpoint/2010/main" val="8108195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FAC17D-13A3-2608-E52B-3866E43C835A}"/>
              </a:ext>
            </a:extLst>
          </p:cNvPr>
          <p:cNvSpPr txBox="1"/>
          <p:nvPr/>
        </p:nvSpPr>
        <p:spPr>
          <a:xfrm>
            <a:off x="577393" y="94544"/>
            <a:ext cx="1120611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bool found = false;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stockFile</a:t>
            </a:r>
            <a:r>
              <a:rPr lang="en-IN" dirty="0"/>
              <a:t>, row)) {</a:t>
            </a:r>
          </a:p>
          <a:p>
            <a:r>
              <a:rPr lang="en-IN" dirty="0"/>
              <a:t>        for (char c : row) {</a:t>
            </a:r>
          </a:p>
          <a:p>
            <a:r>
              <a:rPr lang="en-IN" dirty="0"/>
              <a:t>            if (c == ',') </a:t>
            </a:r>
            <a:r>
              <a:rPr lang="en-IN" dirty="0" err="1"/>
              <a:t>cout</a:t>
            </a:r>
            <a:r>
              <a:rPr lang="en-IN" dirty="0"/>
              <a:t> &lt;&lt; "\t\t";</a:t>
            </a:r>
          </a:p>
          <a:p>
            <a:r>
              <a:rPr lang="en-IN" dirty="0"/>
              <a:t>            else </a:t>
            </a:r>
            <a:r>
              <a:rPr lang="en-IN" dirty="0" err="1"/>
              <a:t>cout</a:t>
            </a:r>
            <a:r>
              <a:rPr lang="en-IN" dirty="0"/>
              <a:t> &lt;&lt; c;</a:t>
            </a:r>
          </a:p>
          <a:p>
            <a:r>
              <a:rPr lang="en-IN" dirty="0"/>
              <a:t>            found = true;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if(!found){</a:t>
            </a:r>
          </a:p>
          <a:p>
            <a:r>
              <a:rPr lang="en-IN" dirty="0"/>
              <a:t>		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(120) &lt;&lt; " || No Stock Outgoing or incoming Yet ||"&lt;&lt; </a:t>
            </a:r>
            <a:r>
              <a:rPr lang="en-IN" dirty="0" err="1"/>
              <a:t>endl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}</a:t>
            </a:r>
          </a:p>
          <a:p>
            <a:r>
              <a:rPr lang="en-IN" dirty="0"/>
              <a:t>    </a:t>
            </a:r>
            <a:r>
              <a:rPr lang="en-IN" dirty="0" err="1"/>
              <a:t>stockFile.close</a:t>
            </a:r>
            <a:r>
              <a:rPr lang="en-IN" dirty="0"/>
              <a:t>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583232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5806CA-2FE0-B9ED-6C18-70898902B1C9}"/>
              </a:ext>
            </a:extLst>
          </p:cNvPr>
          <p:cNvSpPr txBox="1"/>
          <p:nvPr/>
        </p:nvSpPr>
        <p:spPr>
          <a:xfrm>
            <a:off x="251127" y="217608"/>
            <a:ext cx="28597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1.7.2  Supplier Report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512F38-C410-33D0-ED85-7B5C8B0341E5}"/>
              </a:ext>
            </a:extLst>
          </p:cNvPr>
          <p:cNvSpPr txBox="1"/>
          <p:nvPr/>
        </p:nvSpPr>
        <p:spPr>
          <a:xfrm>
            <a:off x="251127" y="638749"/>
            <a:ext cx="11689746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Supplier::</a:t>
            </a:r>
            <a:r>
              <a:rPr lang="en-IN" dirty="0" err="1"/>
              <a:t>productHistory</a:t>
            </a:r>
            <a:r>
              <a:rPr lang="en-IN" dirty="0"/>
              <a:t>(){</a:t>
            </a:r>
          </a:p>
          <a:p>
            <a:r>
              <a:rPr lang="en-IN" dirty="0"/>
              <a:t>    bool found = false;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RequestOfProducts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"\\request_to_suppler.txt");</a:t>
            </a:r>
          </a:p>
          <a:p>
            <a:r>
              <a:rPr lang="en-IN" dirty="0"/>
              <a:t>    string row;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(115) &lt;&lt; " || Supplied Product list || ";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</a:t>
            </a:r>
          </a:p>
          <a:p>
            <a:r>
              <a:rPr lang="en-IN" dirty="0"/>
              <a:t>         &lt;&lt; "</a:t>
            </a:r>
            <a:r>
              <a:rPr lang="en-IN" dirty="0" err="1"/>
              <a:t>RequestID</a:t>
            </a:r>
            <a:r>
              <a:rPr lang="en-IN" dirty="0"/>
              <a:t>\t\</a:t>
            </a:r>
            <a:r>
              <a:rPr lang="en-IN" dirty="0" err="1"/>
              <a:t>tProductID</a:t>
            </a:r>
            <a:r>
              <a:rPr lang="en-IN" dirty="0"/>
              <a:t>\</a:t>
            </a:r>
            <a:r>
              <a:rPr lang="en-IN" dirty="0" err="1"/>
              <a:t>tName</a:t>
            </a:r>
            <a:r>
              <a:rPr lang="en-IN" dirty="0"/>
              <a:t>\t\</a:t>
            </a:r>
            <a:r>
              <a:rPr lang="en-IN" dirty="0" err="1"/>
              <a:t>tBrand</a:t>
            </a:r>
            <a:r>
              <a:rPr lang="en-IN" dirty="0"/>
              <a:t>\t\</a:t>
            </a:r>
            <a:r>
              <a:rPr lang="en-IN" dirty="0" err="1"/>
              <a:t>tCategory</a:t>
            </a:r>
            <a:r>
              <a:rPr lang="en-IN" dirty="0"/>
              <a:t>\</a:t>
            </a:r>
            <a:r>
              <a:rPr lang="en-IN" dirty="0" err="1"/>
              <a:t>tCar</a:t>
            </a:r>
            <a:r>
              <a:rPr lang="en-IN" dirty="0"/>
              <a:t> Model\t\</a:t>
            </a:r>
            <a:r>
              <a:rPr lang="en-IN" dirty="0" err="1"/>
              <a:t>tPrice</a:t>
            </a:r>
            <a:r>
              <a:rPr lang="en-IN" dirty="0"/>
              <a:t>\t\</a:t>
            </a:r>
            <a:r>
              <a:rPr lang="en-IN" dirty="0" err="1"/>
              <a:t>tVariant</a:t>
            </a:r>
            <a:r>
              <a:rPr lang="en-IN" dirty="0"/>
              <a:t>\t\</a:t>
            </a:r>
            <a:r>
              <a:rPr lang="en-IN" dirty="0" err="1"/>
              <a:t>tQuantity</a:t>
            </a:r>
            <a:r>
              <a:rPr lang="en-IN" dirty="0"/>
              <a:t>\t\</a:t>
            </a:r>
            <a:r>
              <a:rPr lang="en-IN" dirty="0" err="1"/>
              <a:t>tDate</a:t>
            </a:r>
            <a:r>
              <a:rPr lang="en-IN" dirty="0"/>
              <a:t>\</a:t>
            </a:r>
            <a:r>
              <a:rPr lang="en-IN" dirty="0" err="1"/>
              <a:t>tStatus</a:t>
            </a:r>
            <a:r>
              <a:rPr lang="en-IN" dirty="0"/>
              <a:t>" </a:t>
            </a:r>
          </a:p>
          <a:p>
            <a:r>
              <a:rPr lang="en-IN" dirty="0"/>
              <a:t>        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line(210, "-");</a:t>
            </a:r>
          </a:p>
          <a:p>
            <a:endParaRPr lang="en-IN" dirty="0"/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RequestOfProducts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string </a:t>
            </a:r>
            <a:r>
              <a:rPr lang="en-IN" dirty="0" err="1"/>
              <a:t>requestId</a:t>
            </a:r>
            <a:r>
              <a:rPr lang="en-IN" dirty="0"/>
              <a:t>, </a:t>
            </a:r>
            <a:r>
              <a:rPr lang="en-IN" dirty="0" err="1"/>
              <a:t>productId</a:t>
            </a:r>
            <a:r>
              <a:rPr lang="en-IN" dirty="0"/>
              <a:t>, name, brand, category, model, price, variant, qty, date, status;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requestId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productId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price, ',');     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variant, ',');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18248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067320-3CE9-84BB-A1BF-E7598FAC3AEB}"/>
              </a:ext>
            </a:extLst>
          </p:cNvPr>
          <p:cNvSpPr txBox="1"/>
          <p:nvPr/>
        </p:nvSpPr>
        <p:spPr>
          <a:xfrm>
            <a:off x="285161" y="201140"/>
            <a:ext cx="116868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date,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endParaRPr lang="en-IN" dirty="0"/>
          </a:p>
          <a:p>
            <a:r>
              <a:rPr lang="en-IN" dirty="0"/>
              <a:t>        if (status == "Supplied") {</a:t>
            </a:r>
          </a:p>
          <a:p>
            <a:r>
              <a:rPr lang="en-IN" dirty="0"/>
              <a:t>            for (char </a:t>
            </a:r>
            <a:r>
              <a:rPr lang="en-IN" dirty="0" err="1"/>
              <a:t>ch</a:t>
            </a:r>
            <a:r>
              <a:rPr lang="en-IN" dirty="0"/>
              <a:t> : row) {</a:t>
            </a:r>
          </a:p>
          <a:p>
            <a:r>
              <a:rPr lang="en-IN" dirty="0"/>
              <a:t>                if (</a:t>
            </a:r>
            <a:r>
              <a:rPr lang="en-IN" dirty="0" err="1"/>
              <a:t>ch</a:t>
            </a:r>
            <a:r>
              <a:rPr lang="en-IN" dirty="0"/>
              <a:t> == ',') </a:t>
            </a:r>
            <a:r>
              <a:rPr lang="en-IN" dirty="0" err="1"/>
              <a:t>cout</a:t>
            </a:r>
            <a:r>
              <a:rPr lang="en-IN" dirty="0"/>
              <a:t> &lt;&lt; "\t\t";</a:t>
            </a:r>
          </a:p>
          <a:p>
            <a:r>
              <a:rPr lang="en-IN" dirty="0"/>
              <a:t>                else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ch</a:t>
            </a:r>
            <a:r>
              <a:rPr lang="en-IN" dirty="0"/>
              <a:t>;</a:t>
            </a:r>
          </a:p>
          <a:p>
            <a:r>
              <a:rPr lang="en-IN" dirty="0"/>
              <a:t>            }</a:t>
            </a:r>
          </a:p>
          <a:p>
            <a:r>
              <a:rPr lang="en-IN" dirty="0"/>
              <a:t>            found = true;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if(!found)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(115) &lt;&lt; "|| NO REQUEST IS CREATED YET ||" &lt;&lt;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96095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792684-E30F-BC9C-3EAD-5C4EB2858E47}"/>
              </a:ext>
            </a:extLst>
          </p:cNvPr>
          <p:cNvSpPr txBox="1"/>
          <p:nvPr/>
        </p:nvSpPr>
        <p:spPr>
          <a:xfrm>
            <a:off x="210405" y="84751"/>
            <a:ext cx="2859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1.7.3  Purchase Report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18CA49-02D6-5ED1-E0EE-4D8B835B2A72}"/>
              </a:ext>
            </a:extLst>
          </p:cNvPr>
          <p:cNvSpPr txBox="1"/>
          <p:nvPr/>
        </p:nvSpPr>
        <p:spPr>
          <a:xfrm>
            <a:off x="210405" y="454083"/>
            <a:ext cx="1177119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Staff::</a:t>
            </a:r>
            <a:r>
              <a:rPr lang="en-IN" dirty="0" err="1"/>
              <a:t>viewSalesReport</a:t>
            </a:r>
            <a:r>
              <a:rPr lang="en-IN" dirty="0"/>
              <a:t>(){</a:t>
            </a:r>
          </a:p>
          <a:p>
            <a:r>
              <a:rPr lang="en-IN" dirty="0"/>
              <a:t>	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	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"\\sales.txt");</a:t>
            </a:r>
          </a:p>
          <a:p>
            <a:r>
              <a:rPr lang="en-IN" dirty="0"/>
              <a:t>    string row;</a:t>
            </a:r>
          </a:p>
          <a:p>
            <a:r>
              <a:rPr lang="en-IN" dirty="0"/>
              <a:t>    bool </a:t>
            </a:r>
            <a:r>
              <a:rPr lang="en-IN" dirty="0" err="1"/>
              <a:t>checkProduct</a:t>
            </a:r>
            <a:r>
              <a:rPr lang="en-IN" dirty="0"/>
              <a:t> = false;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(110) &lt;&lt; "|| SALES REPORT || ";</a:t>
            </a:r>
          </a:p>
          <a:p>
            <a:r>
              <a:rPr lang="en-IN" dirty="0"/>
              <a:t>	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"Transaction Id\</a:t>
            </a:r>
            <a:r>
              <a:rPr lang="en-IN" dirty="0" err="1"/>
              <a:t>tProduct</a:t>
            </a:r>
            <a:r>
              <a:rPr lang="en-IN" dirty="0"/>
              <a:t> ID\t\</a:t>
            </a:r>
            <a:r>
              <a:rPr lang="en-IN" dirty="0" err="1"/>
              <a:t>tName</a:t>
            </a:r>
            <a:r>
              <a:rPr lang="en-IN" dirty="0"/>
              <a:t>\t\</a:t>
            </a:r>
            <a:r>
              <a:rPr lang="en-IN" dirty="0" err="1"/>
              <a:t>tBrand</a:t>
            </a:r>
            <a:r>
              <a:rPr lang="en-IN" dirty="0"/>
              <a:t>\t\</a:t>
            </a:r>
            <a:r>
              <a:rPr lang="en-IN" dirty="0" err="1"/>
              <a:t>tCayegory</a:t>
            </a:r>
            <a:r>
              <a:rPr lang="en-IN" dirty="0"/>
              <a:t>\</a:t>
            </a:r>
            <a:r>
              <a:rPr lang="en-IN" dirty="0" err="1"/>
              <a:t>tcar</a:t>
            </a:r>
            <a:r>
              <a:rPr lang="en-IN" dirty="0"/>
              <a:t> Model\t\</a:t>
            </a:r>
            <a:r>
              <a:rPr lang="en-IN" dirty="0" err="1"/>
              <a:t>tPrice</a:t>
            </a:r>
            <a:r>
              <a:rPr lang="en-IN" dirty="0"/>
              <a:t>\t\</a:t>
            </a:r>
            <a:r>
              <a:rPr lang="en-IN" dirty="0" err="1"/>
              <a:t>tVariant</a:t>
            </a:r>
            <a:r>
              <a:rPr lang="en-IN" dirty="0"/>
              <a:t>\</a:t>
            </a:r>
            <a:r>
              <a:rPr lang="en-IN" dirty="0" err="1"/>
              <a:t>tQuantity</a:t>
            </a:r>
            <a:r>
              <a:rPr lang="en-IN" dirty="0"/>
              <a:t>\</a:t>
            </a:r>
            <a:r>
              <a:rPr lang="en-IN" dirty="0" err="1"/>
              <a:t>ttDate</a:t>
            </a:r>
            <a:r>
              <a:rPr lang="en-IN" dirty="0"/>
              <a:t>"&lt;&lt;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line(210,"-");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inFile</a:t>
            </a:r>
            <a:r>
              <a:rPr lang="en-IN" dirty="0"/>
              <a:t>, row)) {</a:t>
            </a:r>
          </a:p>
          <a:p>
            <a:r>
              <a:rPr lang="en-IN" dirty="0"/>
              <a:t>        for (char c : row) {</a:t>
            </a:r>
          </a:p>
          <a:p>
            <a:r>
              <a:rPr lang="en-IN" dirty="0"/>
              <a:t>            if (c == ',') </a:t>
            </a:r>
          </a:p>
          <a:p>
            <a:r>
              <a:rPr lang="en-IN" dirty="0"/>
              <a:t>                </a:t>
            </a:r>
            <a:r>
              <a:rPr lang="en-IN" dirty="0" err="1"/>
              <a:t>cout</a:t>
            </a:r>
            <a:r>
              <a:rPr lang="en-IN" dirty="0"/>
              <a:t> &lt;&lt; "\t\t"; </a:t>
            </a:r>
          </a:p>
          <a:p>
            <a:r>
              <a:rPr lang="en-IN" dirty="0"/>
              <a:t>            else </a:t>
            </a:r>
          </a:p>
          <a:p>
            <a:r>
              <a:rPr lang="en-IN" dirty="0"/>
              <a:t>                </a:t>
            </a:r>
            <a:r>
              <a:rPr lang="en-IN" dirty="0" err="1"/>
              <a:t>cout</a:t>
            </a:r>
            <a:r>
              <a:rPr lang="en-IN" dirty="0"/>
              <a:t> &lt;&lt; c;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</a:t>
            </a:r>
            <a:r>
              <a:rPr lang="en-IN" dirty="0" err="1"/>
              <a:t>checkProduct</a:t>
            </a:r>
            <a:r>
              <a:rPr lang="en-IN" dirty="0"/>
              <a:t> = true;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if (!</a:t>
            </a:r>
            <a:r>
              <a:rPr lang="en-IN" dirty="0" err="1"/>
              <a:t>checkProduct</a:t>
            </a:r>
            <a:r>
              <a:rPr lang="en-IN" dirty="0"/>
              <a:t>)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(115) &lt;&lt; " || No sales data available ||"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inFile.close</a:t>
            </a:r>
            <a:r>
              <a:rPr lang="en-IN" dirty="0"/>
              <a:t>();   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00411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9A154A-B6D4-897E-EE70-7C9E5868B358}"/>
              </a:ext>
            </a:extLst>
          </p:cNvPr>
          <p:cNvSpPr txBox="1"/>
          <p:nvPr/>
        </p:nvSpPr>
        <p:spPr>
          <a:xfrm>
            <a:off x="245807" y="259067"/>
            <a:ext cx="1927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 Staff Menu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BA700A-1577-2FCE-599A-1F99C94B56A1}"/>
              </a:ext>
            </a:extLst>
          </p:cNvPr>
          <p:cNvSpPr txBox="1"/>
          <p:nvPr/>
        </p:nvSpPr>
        <p:spPr>
          <a:xfrm>
            <a:off x="652807" y="715247"/>
            <a:ext cx="829323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</a:t>
            </a:r>
            <a:r>
              <a:rPr lang="en-IN" dirty="0" err="1"/>
              <a:t>staffRole</a:t>
            </a:r>
            <a:r>
              <a:rPr lang="en-IN" dirty="0"/>
              <a:t>(){</a:t>
            </a:r>
          </a:p>
          <a:p>
            <a:r>
              <a:rPr lang="en-IN" dirty="0"/>
              <a:t>    system("</a:t>
            </a:r>
            <a:r>
              <a:rPr lang="en-IN" dirty="0" err="1"/>
              <a:t>cls</a:t>
            </a:r>
            <a:r>
              <a:rPr lang="en-IN" dirty="0"/>
              <a:t>");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(108) &lt;&lt; "Choice Role"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(100) &lt;&lt; "1. Sales Manager";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"\t 2. Sales Person"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(91) &lt;&lt; " 3. EXIT"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3D5017-54F4-5074-0D11-C5A0CD4DCD06}"/>
              </a:ext>
            </a:extLst>
          </p:cNvPr>
          <p:cNvSpPr txBox="1"/>
          <p:nvPr/>
        </p:nvSpPr>
        <p:spPr>
          <a:xfrm>
            <a:off x="285872" y="3557431"/>
            <a:ext cx="2862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1.3.1  Manager Menu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283624-F691-5A21-4E3F-B244F6C30E9B}"/>
              </a:ext>
            </a:extLst>
          </p:cNvPr>
          <p:cNvSpPr txBox="1"/>
          <p:nvPr/>
        </p:nvSpPr>
        <p:spPr>
          <a:xfrm>
            <a:off x="712510" y="3993473"/>
            <a:ext cx="1147949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Staff::</a:t>
            </a:r>
            <a:r>
              <a:rPr lang="en-IN" dirty="0" err="1"/>
              <a:t>SalesManagerMenu</a:t>
            </a:r>
            <a:r>
              <a:rPr lang="en-IN" dirty="0"/>
              <a:t>(){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(110) &lt;&lt; "|| SALES MANAGER MENU ||"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(90) &lt;&lt; "1. VIEW PRODUCT " &lt;&lt; </a:t>
            </a:r>
            <a:r>
              <a:rPr lang="en-IN" dirty="0" err="1"/>
              <a:t>setw</a:t>
            </a:r>
            <a:r>
              <a:rPr lang="en-IN" dirty="0"/>
              <a:t>(30) &lt;&lt;" 2. SALES REQUEST"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(95) &lt;&lt; "3. VIEW SALES REPORT " &lt;&lt; </a:t>
            </a:r>
            <a:r>
              <a:rPr lang="en-IN" dirty="0" err="1"/>
              <a:t>setw</a:t>
            </a:r>
            <a:r>
              <a:rPr lang="en-IN" dirty="0"/>
              <a:t>(28) &lt;&lt;" 4. REQUEST SUPPLIER"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(104) &lt;&lt; "5. RESPONSE OF SUPPLIER PRODUCT " &lt;&lt; </a:t>
            </a:r>
            <a:r>
              <a:rPr lang="en-IN" dirty="0" err="1"/>
              <a:t>setw</a:t>
            </a:r>
            <a:r>
              <a:rPr lang="en-IN" dirty="0"/>
              <a:t>(19) &lt;&lt;" 6. CHANGE PASSWORD 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(84) &lt;&lt; "7. LOGOUT "&lt;&lt; </a:t>
            </a:r>
            <a:r>
              <a:rPr lang="en-IN" dirty="0" err="1"/>
              <a:t>endl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838584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34583-4591-B2ED-D1DE-9C397596301C}"/>
              </a:ext>
            </a:extLst>
          </p:cNvPr>
          <p:cNvSpPr txBox="1"/>
          <p:nvPr/>
        </p:nvSpPr>
        <p:spPr>
          <a:xfrm>
            <a:off x="210457" y="135502"/>
            <a:ext cx="2862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1.3.1.1  View Product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as 1.3.4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41497-3399-3B4D-B41B-E54A6A49EA06}"/>
              </a:ext>
            </a:extLst>
          </p:cNvPr>
          <p:cNvSpPr txBox="1"/>
          <p:nvPr/>
        </p:nvSpPr>
        <p:spPr>
          <a:xfrm>
            <a:off x="117761" y="900645"/>
            <a:ext cx="28626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1.3.1.2  Sales Request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9937B-D506-63B3-2B04-16B7862CC761}"/>
              </a:ext>
            </a:extLst>
          </p:cNvPr>
          <p:cNvSpPr txBox="1"/>
          <p:nvPr/>
        </p:nvSpPr>
        <p:spPr>
          <a:xfrm>
            <a:off x="210457" y="1269977"/>
            <a:ext cx="1285509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Staff::</a:t>
            </a:r>
            <a:r>
              <a:rPr lang="en-IN" dirty="0" err="1"/>
              <a:t>salesRequest</a:t>
            </a:r>
            <a:r>
              <a:rPr lang="en-IN" dirty="0"/>
              <a:t>() {</a:t>
            </a:r>
          </a:p>
          <a:p>
            <a:r>
              <a:rPr lang="en-IN" dirty="0"/>
              <a:t>   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    string </a:t>
            </a:r>
            <a:r>
              <a:rPr lang="en-IN" dirty="0" err="1"/>
              <a:t>sellProductId,row,sellstr</a:t>
            </a:r>
            <a:r>
              <a:rPr lang="en-IN" dirty="0"/>
              <a:t>;</a:t>
            </a:r>
          </a:p>
          <a:p>
            <a:r>
              <a:rPr lang="en-IN" dirty="0"/>
              <a:t>    bool found = </a:t>
            </a:r>
            <a:r>
              <a:rPr lang="en-IN" dirty="0" err="1"/>
              <a:t>false,availableRequest</a:t>
            </a:r>
            <a:r>
              <a:rPr lang="en-IN" dirty="0"/>
              <a:t> = false;</a:t>
            </a:r>
          </a:p>
          <a:p>
            <a:r>
              <a:rPr lang="en-IN" dirty="0"/>
              <a:t>    int </a:t>
            </a:r>
            <a:r>
              <a:rPr lang="en-IN" dirty="0" err="1"/>
              <a:t>ch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salesFile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"\\sales_request.txt");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productFile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"\\products.txt");</a:t>
            </a:r>
          </a:p>
          <a:p>
            <a:endParaRPr lang="en-IN" dirty="0"/>
          </a:p>
          <a:p>
            <a:r>
              <a:rPr lang="en-IN" dirty="0"/>
              <a:t>	vector&lt;Product&gt; products;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productFile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Product p;</a:t>
            </a:r>
          </a:p>
          <a:p>
            <a:r>
              <a:rPr lang="en-IN" dirty="0"/>
              <a:t>        string dummy;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p.id,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p.name,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p.category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p.brand</a:t>
            </a:r>
            <a:r>
              <a:rPr lang="en-IN" dirty="0"/>
              <a:t>, ',');</a:t>
            </a:r>
          </a:p>
        </p:txBody>
      </p:sp>
    </p:spTree>
    <p:extLst>
      <p:ext uri="{BB962C8B-B14F-4D97-AF65-F5344CB8AC3E}">
        <p14:creationId xmlns:p14="http://schemas.microsoft.com/office/powerpoint/2010/main" val="21061787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09F3F0-2014-D101-9136-2034B699A066}"/>
              </a:ext>
            </a:extLst>
          </p:cNvPr>
          <p:cNvSpPr txBox="1"/>
          <p:nvPr/>
        </p:nvSpPr>
        <p:spPr>
          <a:xfrm>
            <a:off x="199533" y="113122"/>
            <a:ext cx="12564359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p.carModel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p.variant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p.price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sellstr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p.sell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sellstr</a:t>
            </a:r>
            <a:r>
              <a:rPr lang="en-IN" dirty="0"/>
              <a:t>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p.reorder</a:t>
            </a:r>
            <a:r>
              <a:rPr lang="en-IN" dirty="0"/>
              <a:t>, ',');   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p.lastUpdateDate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p.status</a:t>
            </a:r>
            <a:r>
              <a:rPr lang="en-IN" dirty="0"/>
              <a:t>, ','); </a:t>
            </a:r>
          </a:p>
          <a:p>
            <a:r>
              <a:rPr lang="en-IN" dirty="0"/>
              <a:t>        </a:t>
            </a:r>
            <a:r>
              <a:rPr lang="en-IN" dirty="0" err="1"/>
              <a:t>products.push_back</a:t>
            </a:r>
            <a:r>
              <a:rPr lang="en-IN" dirty="0"/>
              <a:t>(p);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productFile.close</a:t>
            </a:r>
            <a:r>
              <a:rPr lang="en-IN" dirty="0"/>
              <a:t>(); 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&lt;&lt;"</a:t>
            </a:r>
            <a:r>
              <a:rPr lang="en-IN" dirty="0" err="1"/>
              <a:t>ReqID</a:t>
            </a:r>
            <a:r>
              <a:rPr lang="en-IN" dirty="0"/>
              <a:t>\t\</a:t>
            </a:r>
            <a:r>
              <a:rPr lang="en-IN" dirty="0" err="1"/>
              <a:t>tProdID</a:t>
            </a:r>
            <a:r>
              <a:rPr lang="en-IN" dirty="0"/>
              <a:t>\t\</a:t>
            </a:r>
            <a:r>
              <a:rPr lang="en-IN" dirty="0" err="1"/>
              <a:t>tName</a:t>
            </a:r>
            <a:r>
              <a:rPr lang="en-IN" dirty="0"/>
              <a:t>\t\</a:t>
            </a:r>
            <a:r>
              <a:rPr lang="en-IN" dirty="0" err="1"/>
              <a:t>tCategory</a:t>
            </a:r>
            <a:r>
              <a:rPr lang="en-IN" dirty="0"/>
              <a:t>\t\</a:t>
            </a:r>
            <a:r>
              <a:rPr lang="en-IN" dirty="0" err="1"/>
              <a:t>tBrand</a:t>
            </a:r>
            <a:r>
              <a:rPr lang="en-IN" dirty="0"/>
              <a:t>\t\</a:t>
            </a:r>
            <a:r>
              <a:rPr lang="en-IN" dirty="0" err="1"/>
              <a:t>tCarModel</a:t>
            </a:r>
            <a:r>
              <a:rPr lang="en-IN" dirty="0"/>
              <a:t>\</a:t>
            </a:r>
            <a:r>
              <a:rPr lang="en-IN" dirty="0" err="1"/>
              <a:t>tPrice</a:t>
            </a:r>
            <a:r>
              <a:rPr lang="en-IN" dirty="0"/>
              <a:t>\t\</a:t>
            </a:r>
            <a:r>
              <a:rPr lang="en-IN" dirty="0" err="1"/>
              <a:t>tSell</a:t>
            </a:r>
            <a:r>
              <a:rPr lang="en-IN" dirty="0"/>
              <a:t>\t\</a:t>
            </a:r>
            <a:r>
              <a:rPr lang="en-IN" dirty="0" err="1"/>
              <a:t>tVariant</a:t>
            </a:r>
            <a:r>
              <a:rPr lang="en-IN" dirty="0"/>
              <a:t>\t\</a:t>
            </a:r>
            <a:r>
              <a:rPr lang="en-IN" dirty="0" err="1"/>
              <a:t>tQuantity</a:t>
            </a:r>
            <a:r>
              <a:rPr lang="en-IN" dirty="0"/>
              <a:t>\t\</a:t>
            </a:r>
            <a:r>
              <a:rPr lang="en-IN" dirty="0" err="1"/>
              <a:t>tStatus</a:t>
            </a:r>
            <a:r>
              <a:rPr lang="en-IN" dirty="0"/>
              <a:t>\t\</a:t>
            </a:r>
            <a:r>
              <a:rPr lang="en-IN" dirty="0" err="1"/>
              <a:t>tDate</a:t>
            </a:r>
            <a:r>
              <a:rPr lang="en-IN" dirty="0"/>
              <a:t>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line(210,"-");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    vector&lt;</a:t>
            </a:r>
            <a:r>
              <a:rPr lang="en-IN" dirty="0" err="1"/>
              <a:t>SalesReq</a:t>
            </a:r>
            <a:r>
              <a:rPr lang="en-IN" dirty="0"/>
              <a:t>&gt; requests;</a:t>
            </a:r>
          </a:p>
          <a:p>
            <a:endParaRPr lang="en-IN" dirty="0"/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salesFile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</a:t>
            </a:r>
            <a:r>
              <a:rPr lang="en-IN" dirty="0" err="1"/>
              <a:t>SalesReq</a:t>
            </a:r>
            <a:r>
              <a:rPr lang="en-IN" dirty="0"/>
              <a:t> r;</a:t>
            </a:r>
          </a:p>
          <a:p>
            <a:r>
              <a:rPr lang="en-IN" dirty="0"/>
              <a:t>        string dummy;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59426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680CB5-143B-5C19-8AC2-9ECF647A44BB}"/>
              </a:ext>
            </a:extLst>
          </p:cNvPr>
          <p:cNvSpPr txBox="1"/>
          <p:nvPr/>
        </p:nvSpPr>
        <p:spPr>
          <a:xfrm>
            <a:off x="67559" y="92308"/>
            <a:ext cx="1244180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r.reqId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r.prodId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dummy, ',');</a:t>
            </a:r>
          </a:p>
          <a:p>
            <a:r>
              <a:rPr lang="en-IN" dirty="0"/>
              <a:t>        </a:t>
            </a:r>
            <a:r>
              <a:rPr lang="en-IN" dirty="0" err="1"/>
              <a:t>r.qty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(dummy);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r.date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r.status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requests.push_back</a:t>
            </a:r>
            <a:r>
              <a:rPr lang="en-IN" dirty="0"/>
              <a:t>(r);</a:t>
            </a:r>
          </a:p>
          <a:p>
            <a:r>
              <a:rPr lang="en-IN" dirty="0"/>
              <a:t>		</a:t>
            </a:r>
          </a:p>
          <a:p>
            <a:r>
              <a:rPr lang="en-IN" dirty="0"/>
              <a:t>		if (</a:t>
            </a:r>
            <a:r>
              <a:rPr lang="en-IN" dirty="0" err="1"/>
              <a:t>r.status</a:t>
            </a:r>
            <a:r>
              <a:rPr lang="en-IN" dirty="0"/>
              <a:t> == "Rejected" || </a:t>
            </a:r>
            <a:r>
              <a:rPr lang="en-IN" dirty="0" err="1"/>
              <a:t>r.status</a:t>
            </a:r>
            <a:r>
              <a:rPr lang="en-IN" dirty="0"/>
              <a:t> == "Approved") {</a:t>
            </a:r>
          </a:p>
          <a:p>
            <a:r>
              <a:rPr lang="en-IN" dirty="0"/>
              <a:t>	        continue;</a:t>
            </a:r>
          </a:p>
          <a:p>
            <a:r>
              <a:rPr lang="en-IN" dirty="0"/>
              <a:t>	    }</a:t>
            </a:r>
          </a:p>
          <a:p>
            <a:r>
              <a:rPr lang="en-IN" dirty="0"/>
              <a:t>        for (auto &amp;p : products) {</a:t>
            </a:r>
          </a:p>
          <a:p>
            <a:r>
              <a:rPr lang="en-IN" dirty="0"/>
              <a:t>            if (p.id == </a:t>
            </a:r>
            <a:r>
              <a:rPr lang="en-IN" dirty="0" err="1"/>
              <a:t>r.prodId</a:t>
            </a:r>
            <a:r>
              <a:rPr lang="en-IN" dirty="0"/>
              <a:t>) {</a:t>
            </a:r>
          </a:p>
          <a:p>
            <a:r>
              <a:rPr lang="en-IN" dirty="0"/>
              <a:t>	    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r.reqId</a:t>
            </a:r>
            <a:r>
              <a:rPr lang="en-IN" dirty="0"/>
              <a:t> &lt;&lt; "\t\t" &lt;&lt; </a:t>
            </a:r>
            <a:r>
              <a:rPr lang="en-IN" dirty="0" err="1"/>
              <a:t>r.prodId</a:t>
            </a:r>
            <a:r>
              <a:rPr lang="en-IN" dirty="0"/>
              <a:t> &lt;&lt; "\t\t" &lt;&lt; p.name &lt;&lt; "\t\t" &lt;&lt; </a:t>
            </a:r>
            <a:r>
              <a:rPr lang="en-IN" dirty="0" err="1"/>
              <a:t>p.category</a:t>
            </a:r>
            <a:r>
              <a:rPr lang="en-IN" dirty="0"/>
              <a:t> &lt;&lt; "\t\t" &lt;&lt; </a:t>
            </a:r>
            <a:r>
              <a:rPr lang="en-IN" dirty="0" err="1"/>
              <a:t>p.brand</a:t>
            </a:r>
            <a:r>
              <a:rPr lang="en-IN" dirty="0"/>
              <a:t> &lt;&lt; "\t\t" </a:t>
            </a:r>
          </a:p>
          <a:p>
            <a:r>
              <a:rPr lang="en-IN" dirty="0"/>
              <a:t>				&lt;&lt; </a:t>
            </a:r>
            <a:r>
              <a:rPr lang="en-IN" dirty="0" err="1"/>
              <a:t>p.carModel</a:t>
            </a:r>
            <a:r>
              <a:rPr lang="en-IN" dirty="0"/>
              <a:t> &lt;&lt; "\t\t" &lt;&lt; </a:t>
            </a:r>
            <a:r>
              <a:rPr lang="en-IN" dirty="0" err="1"/>
              <a:t>p.price</a:t>
            </a:r>
            <a:r>
              <a:rPr lang="en-IN" dirty="0"/>
              <a:t> &lt;&lt; "\t\t" &lt;&lt; </a:t>
            </a:r>
            <a:r>
              <a:rPr lang="en-IN" dirty="0" err="1"/>
              <a:t>p.sell</a:t>
            </a:r>
            <a:r>
              <a:rPr lang="en-IN" dirty="0"/>
              <a:t> &lt;&lt; "\t\t" &lt;&lt; </a:t>
            </a:r>
            <a:r>
              <a:rPr lang="en-IN" dirty="0" err="1"/>
              <a:t>p.variant</a:t>
            </a:r>
            <a:r>
              <a:rPr lang="en-IN" dirty="0"/>
              <a:t> &lt;&lt; "\t\t" &lt;&lt; </a:t>
            </a:r>
            <a:r>
              <a:rPr lang="en-IN" dirty="0" err="1"/>
              <a:t>r.qty</a:t>
            </a:r>
            <a:r>
              <a:rPr lang="en-IN" dirty="0"/>
              <a:t> &lt;&lt; "\t\t" </a:t>
            </a:r>
          </a:p>
          <a:p>
            <a:r>
              <a:rPr lang="en-IN" dirty="0"/>
              <a:t>				&lt;&lt; </a:t>
            </a:r>
            <a:r>
              <a:rPr lang="en-IN" dirty="0" err="1"/>
              <a:t>r.status</a:t>
            </a:r>
            <a:r>
              <a:rPr lang="en-IN" dirty="0"/>
              <a:t> &lt;&lt; "\t\t" &lt;&lt; </a:t>
            </a:r>
            <a:r>
              <a:rPr lang="en-IN" dirty="0" err="1"/>
              <a:t>r.date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		</a:t>
            </a:r>
            <a:r>
              <a:rPr lang="en-IN" dirty="0" err="1"/>
              <a:t>availableRequest</a:t>
            </a:r>
            <a:r>
              <a:rPr lang="en-IN" dirty="0"/>
              <a:t> = true;</a:t>
            </a:r>
          </a:p>
          <a:p>
            <a:r>
              <a:rPr lang="en-IN" dirty="0"/>
              <a:t>            }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salesFile.close</a:t>
            </a:r>
            <a:r>
              <a:rPr lang="en-IN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0559959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BAB8C3-23F8-46C1-0BF9-B3C9A1878844}"/>
              </a:ext>
            </a:extLst>
          </p:cNvPr>
          <p:cNvSpPr txBox="1"/>
          <p:nvPr/>
        </p:nvSpPr>
        <p:spPr>
          <a:xfrm>
            <a:off x="86413" y="174192"/>
            <a:ext cx="13035697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if (!</a:t>
            </a:r>
            <a:r>
              <a:rPr lang="en-IN" dirty="0" err="1"/>
              <a:t>availableRequest</a:t>
            </a:r>
            <a:r>
              <a:rPr lang="en-IN" dirty="0"/>
              <a:t>) {</a:t>
            </a:r>
          </a:p>
          <a:p>
            <a:r>
              <a:rPr lang="en-IN" dirty="0"/>
              <a:t>	    </a:t>
            </a:r>
            <a:r>
              <a:rPr lang="en-IN" dirty="0" err="1"/>
              <a:t>cout</a:t>
            </a:r>
            <a:r>
              <a:rPr lang="en-IN" dirty="0"/>
              <a:t> &lt;&lt; " No sales requests found."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return;</a:t>
            </a:r>
          </a:p>
          <a:p>
            <a:r>
              <a:rPr lang="en-IN" dirty="0"/>
              <a:t>	}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&lt;&lt;"Enter Product Id which you want to sell: ";</a:t>
            </a:r>
          </a:p>
          <a:p>
            <a:r>
              <a:rPr lang="en-IN" dirty="0"/>
              <a:t>    </a:t>
            </a:r>
            <a:r>
              <a:rPr lang="en-IN" dirty="0" err="1"/>
              <a:t>cin</a:t>
            </a:r>
            <a:r>
              <a:rPr lang="en-IN" dirty="0"/>
              <a:t> &gt;&gt; </a:t>
            </a:r>
            <a:r>
              <a:rPr lang="en-IN" dirty="0" err="1"/>
              <a:t>sellProductId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for (auto &amp;r : requests) {</a:t>
            </a:r>
          </a:p>
          <a:p>
            <a:r>
              <a:rPr lang="en-IN" dirty="0"/>
              <a:t>        if (</a:t>
            </a:r>
            <a:r>
              <a:rPr lang="en-IN" dirty="0" err="1"/>
              <a:t>r.prodId</a:t>
            </a:r>
            <a:r>
              <a:rPr lang="en-IN" dirty="0"/>
              <a:t> == </a:t>
            </a:r>
            <a:r>
              <a:rPr lang="en-IN" dirty="0" err="1"/>
              <a:t>sellProductId</a:t>
            </a:r>
            <a:r>
              <a:rPr lang="en-IN" dirty="0"/>
              <a:t>) {</a:t>
            </a:r>
          </a:p>
          <a:p>
            <a:r>
              <a:rPr lang="en-IN" dirty="0"/>
              <a:t>            for (auto &amp;p : products) {</a:t>
            </a:r>
          </a:p>
          <a:p>
            <a:r>
              <a:rPr lang="en-IN" dirty="0"/>
              <a:t>            	if(</a:t>
            </a:r>
            <a:r>
              <a:rPr lang="en-IN" dirty="0" err="1"/>
              <a:t>r.prodId</a:t>
            </a:r>
            <a:r>
              <a:rPr lang="en-IN" dirty="0"/>
              <a:t> == p.id &amp;&amp; (</a:t>
            </a:r>
            <a:r>
              <a:rPr lang="en-IN" dirty="0" err="1"/>
              <a:t>r.status</a:t>
            </a:r>
            <a:r>
              <a:rPr lang="en-IN" dirty="0"/>
              <a:t> == "Pending" || </a:t>
            </a:r>
            <a:r>
              <a:rPr lang="en-IN" dirty="0" err="1"/>
              <a:t>r.status</a:t>
            </a:r>
            <a:r>
              <a:rPr lang="en-IN" dirty="0"/>
              <a:t> == "Requesting")){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"=== Product Sale Details ==="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"Product ID : " &lt;&lt; p.id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"Name       : " &lt;&lt; p.name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"Category   : " &lt;&lt; </a:t>
            </a:r>
            <a:r>
              <a:rPr lang="en-IN" dirty="0" err="1"/>
              <a:t>p.category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"Brand      : " &lt;&lt; </a:t>
            </a:r>
            <a:r>
              <a:rPr lang="en-IN" dirty="0" err="1"/>
              <a:t>p.brand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"Car Model  : " &lt;&lt; </a:t>
            </a:r>
            <a:r>
              <a:rPr lang="en-IN" dirty="0" err="1"/>
              <a:t>p.carModel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"Variant    : " &lt;&lt; </a:t>
            </a:r>
            <a:r>
              <a:rPr lang="en-IN" dirty="0" err="1"/>
              <a:t>p.variant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"Price      : " &lt;&lt; </a:t>
            </a:r>
            <a:r>
              <a:rPr lang="en-IN" dirty="0" err="1"/>
              <a:t>p.price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"Quantity      : " &lt;&lt; </a:t>
            </a:r>
            <a:r>
              <a:rPr lang="en-IN" dirty="0" err="1"/>
              <a:t>p.sell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</a:t>
            </a:r>
            <a:r>
              <a:rPr lang="en-IN" dirty="0" err="1"/>
              <a:t>Requestrd</a:t>
            </a:r>
            <a:r>
              <a:rPr lang="en-IN" dirty="0"/>
              <a:t> Quantity   : " &lt;&lt; </a:t>
            </a:r>
            <a:r>
              <a:rPr lang="en-IN" dirty="0" err="1"/>
              <a:t>r.qty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"Date       : " &lt;&lt; </a:t>
            </a:r>
            <a:r>
              <a:rPr lang="en-IN" dirty="0" err="1"/>
              <a:t>r.date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  <a:r>
              <a:rPr lang="en-IN" dirty="0" err="1"/>
              <a:t>cout</a:t>
            </a:r>
            <a:r>
              <a:rPr lang="en-IN" dirty="0"/>
              <a:t> &lt;&lt; "Status     : " &lt;&lt; </a:t>
            </a:r>
            <a:r>
              <a:rPr lang="en-IN" dirty="0" err="1"/>
              <a:t>r.status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            </a:t>
            </a:r>
          </a:p>
          <a:p>
            <a:r>
              <a:rPr lang="en-IN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1965133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B8EE55-F7BD-9874-AF2F-95983D8C9E63}"/>
              </a:ext>
            </a:extLst>
          </p:cNvPr>
          <p:cNvSpPr txBox="1"/>
          <p:nvPr/>
        </p:nvSpPr>
        <p:spPr>
          <a:xfrm>
            <a:off x="209747" y="71165"/>
            <a:ext cx="12884083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time_t</a:t>
            </a:r>
            <a:r>
              <a:rPr lang="en-IN" dirty="0"/>
              <a:t> now = time(0);</a:t>
            </a:r>
          </a:p>
          <a:p>
            <a:r>
              <a:rPr lang="en-IN" dirty="0"/>
              <a:t>				    tm *</a:t>
            </a:r>
            <a:r>
              <a:rPr lang="en-IN" dirty="0" err="1"/>
              <a:t>ltm</a:t>
            </a:r>
            <a:r>
              <a:rPr lang="en-IN" dirty="0"/>
              <a:t> = </a:t>
            </a:r>
            <a:r>
              <a:rPr lang="en-IN" dirty="0" err="1"/>
              <a:t>localtime</a:t>
            </a:r>
            <a:r>
              <a:rPr lang="en-IN" dirty="0"/>
              <a:t>(&amp;now);</a:t>
            </a:r>
          </a:p>
          <a:p>
            <a:r>
              <a:rPr lang="en-IN" dirty="0"/>
              <a:t>				    char </a:t>
            </a:r>
            <a:r>
              <a:rPr lang="en-IN" dirty="0" err="1"/>
              <a:t>dateStr</a:t>
            </a:r>
            <a:r>
              <a:rPr lang="en-IN" dirty="0"/>
              <a:t>[20];</a:t>
            </a:r>
          </a:p>
          <a:p>
            <a:r>
              <a:rPr lang="en-IN" dirty="0"/>
              <a:t>				    </a:t>
            </a:r>
            <a:r>
              <a:rPr lang="en-IN" dirty="0" err="1"/>
              <a:t>sprintf</a:t>
            </a:r>
            <a:r>
              <a:rPr lang="en-IN" dirty="0"/>
              <a:t>(</a:t>
            </a:r>
            <a:r>
              <a:rPr lang="en-IN" dirty="0" err="1"/>
              <a:t>dateStr</a:t>
            </a:r>
            <a:r>
              <a:rPr lang="en-IN" dirty="0"/>
              <a:t>, "%04d-%02d-%02d", </a:t>
            </a:r>
          </a:p>
          <a:p>
            <a:r>
              <a:rPr lang="en-IN" dirty="0"/>
              <a:t>				            1900 +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tm_year</a:t>
            </a:r>
            <a:r>
              <a:rPr lang="en-IN" dirty="0"/>
              <a:t>, </a:t>
            </a:r>
          </a:p>
          <a:p>
            <a:r>
              <a:rPr lang="en-IN" dirty="0"/>
              <a:t>				            1 +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tm_mon</a:t>
            </a:r>
            <a:r>
              <a:rPr lang="en-IN" dirty="0"/>
              <a:t>, </a:t>
            </a:r>
          </a:p>
          <a:p>
            <a:r>
              <a:rPr lang="en-IN" dirty="0"/>
              <a:t>				           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tm_mday</a:t>
            </a:r>
            <a:r>
              <a:rPr lang="en-IN" dirty="0"/>
              <a:t>);</a:t>
            </a:r>
          </a:p>
          <a:p>
            <a:r>
              <a:rPr lang="en-IN" dirty="0"/>
              <a:t>				            </a:t>
            </a:r>
          </a:p>
          <a:p>
            <a:r>
              <a:rPr lang="en-IN" dirty="0"/>
              <a:t>	                if (</a:t>
            </a:r>
            <a:r>
              <a:rPr lang="en-IN" dirty="0" err="1"/>
              <a:t>r.qty</a:t>
            </a:r>
            <a:r>
              <a:rPr lang="en-IN" dirty="0"/>
              <a:t> &gt; </a:t>
            </a:r>
            <a:r>
              <a:rPr lang="en-IN" dirty="0" err="1"/>
              <a:t>p.sell</a:t>
            </a:r>
            <a:r>
              <a:rPr lang="en-IN" dirty="0"/>
              <a:t>) {</a:t>
            </a:r>
          </a:p>
          <a:p>
            <a:r>
              <a:rPr lang="en-IN" dirty="0"/>
              <a:t>	                	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&lt;&lt;"No Enough stock !! " 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			    </a:t>
            </a:r>
            <a:r>
              <a:rPr lang="en-IN" dirty="0" err="1"/>
              <a:t>cout</a:t>
            </a:r>
            <a:r>
              <a:rPr lang="en-IN" dirty="0"/>
              <a:t> &lt;&lt; "1. REJECT 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			    </a:t>
            </a:r>
            <a:r>
              <a:rPr lang="en-IN" dirty="0" err="1"/>
              <a:t>cout</a:t>
            </a:r>
            <a:r>
              <a:rPr lang="en-IN" dirty="0"/>
              <a:t> &lt;&lt; "2. REQUEST TO SUPPLIER. 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			    </a:t>
            </a:r>
            <a:r>
              <a:rPr lang="en-IN" dirty="0" err="1"/>
              <a:t>cout</a:t>
            </a:r>
            <a:r>
              <a:rPr lang="en-IN" dirty="0"/>
              <a:t> &lt;&lt; "Enter Your choice : ";</a:t>
            </a:r>
          </a:p>
          <a:p>
            <a:r>
              <a:rPr lang="en-IN" dirty="0"/>
              <a:t>					    </a:t>
            </a:r>
            <a:r>
              <a:rPr lang="en-IN" dirty="0" err="1"/>
              <a:t>cin</a:t>
            </a:r>
            <a:r>
              <a:rPr lang="en-IN" dirty="0"/>
              <a:t> &gt;&gt; </a:t>
            </a:r>
            <a:r>
              <a:rPr lang="en-IN" dirty="0" err="1"/>
              <a:t>ch</a:t>
            </a:r>
            <a:r>
              <a:rPr lang="en-IN" dirty="0"/>
              <a:t>;</a:t>
            </a:r>
          </a:p>
          <a:p>
            <a:r>
              <a:rPr lang="en-IN" dirty="0"/>
              <a:t>					    if(</a:t>
            </a:r>
            <a:r>
              <a:rPr lang="en-IN" dirty="0" err="1"/>
              <a:t>ch</a:t>
            </a:r>
            <a:r>
              <a:rPr lang="en-IN" dirty="0"/>
              <a:t> == 1){</a:t>
            </a:r>
          </a:p>
          <a:p>
            <a:r>
              <a:rPr lang="en-IN" dirty="0"/>
              <a:t>					    	</a:t>
            </a:r>
            <a:r>
              <a:rPr lang="en-IN" dirty="0" err="1"/>
              <a:t>r.status</a:t>
            </a:r>
            <a:r>
              <a:rPr lang="en-IN" dirty="0"/>
              <a:t> = "Rejected";</a:t>
            </a:r>
          </a:p>
          <a:p>
            <a:r>
              <a:rPr lang="en-IN" dirty="0"/>
              <a:t>						   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outSales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"\\sales_request.txt");</a:t>
            </a:r>
          </a:p>
          <a:p>
            <a:r>
              <a:rPr lang="en-IN" dirty="0"/>
              <a:t>						    for (auto &amp;r : requests) {</a:t>
            </a:r>
          </a:p>
          <a:p>
            <a:r>
              <a:rPr lang="en-IN" dirty="0"/>
              <a:t>						        </a:t>
            </a:r>
            <a:r>
              <a:rPr lang="en-IN" dirty="0" err="1"/>
              <a:t>outSales</a:t>
            </a:r>
            <a:r>
              <a:rPr lang="en-IN" dirty="0"/>
              <a:t> &lt;&lt; </a:t>
            </a:r>
            <a:r>
              <a:rPr lang="en-IN" dirty="0" err="1"/>
              <a:t>r.reqId</a:t>
            </a:r>
            <a:r>
              <a:rPr lang="en-IN" dirty="0"/>
              <a:t> &lt;&lt; "," &lt;&lt; </a:t>
            </a:r>
            <a:r>
              <a:rPr lang="en-IN" dirty="0" err="1"/>
              <a:t>r.prodId</a:t>
            </a:r>
            <a:r>
              <a:rPr lang="en-IN" dirty="0"/>
              <a:t> &lt;&lt; "," &lt;&lt; </a:t>
            </a:r>
            <a:r>
              <a:rPr lang="en-IN" dirty="0" err="1"/>
              <a:t>r.qty</a:t>
            </a:r>
            <a:r>
              <a:rPr lang="en-IN" dirty="0"/>
              <a:t> &lt;&lt; ","</a:t>
            </a:r>
          </a:p>
          <a:p>
            <a:r>
              <a:rPr lang="en-IN" dirty="0"/>
              <a:t>						                 &lt;&lt; </a:t>
            </a:r>
            <a:r>
              <a:rPr lang="en-IN" dirty="0" err="1"/>
              <a:t>r.date</a:t>
            </a:r>
            <a:r>
              <a:rPr lang="en-IN" dirty="0"/>
              <a:t> &lt;&lt; "," &lt;&lt; </a:t>
            </a:r>
            <a:r>
              <a:rPr lang="en-IN" dirty="0" err="1"/>
              <a:t>r.status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				    }</a:t>
            </a:r>
          </a:p>
          <a:p>
            <a:r>
              <a:rPr lang="en-IN" dirty="0"/>
              <a:t>						    </a:t>
            </a:r>
            <a:r>
              <a:rPr lang="en-IN" dirty="0" err="1"/>
              <a:t>outSales.close</a:t>
            </a:r>
            <a:r>
              <a:rPr lang="en-IN" dirty="0"/>
              <a:t>();</a:t>
            </a:r>
          </a:p>
          <a:p>
            <a:r>
              <a:rPr lang="en-IN" dirty="0"/>
              <a:t>						}else if(</a:t>
            </a:r>
            <a:r>
              <a:rPr lang="en-IN" dirty="0" err="1"/>
              <a:t>ch</a:t>
            </a:r>
            <a:r>
              <a:rPr lang="en-IN" dirty="0"/>
              <a:t> == 2){</a:t>
            </a:r>
          </a:p>
          <a:p>
            <a:r>
              <a:rPr lang="en-IN" dirty="0"/>
              <a:t>							bool duplicate = false;</a:t>
            </a:r>
          </a:p>
          <a:p>
            <a:r>
              <a:rPr lang="en-IN" dirty="0"/>
              <a:t>							</a:t>
            </a:r>
          </a:p>
        </p:txBody>
      </p:sp>
    </p:spTree>
    <p:extLst>
      <p:ext uri="{BB962C8B-B14F-4D97-AF65-F5344CB8AC3E}">
        <p14:creationId xmlns:p14="http://schemas.microsoft.com/office/powerpoint/2010/main" val="13866383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DC4CE1B-4BC8-5264-CC89-6753C24BF77A}"/>
              </a:ext>
            </a:extLst>
          </p:cNvPr>
          <p:cNvSpPr txBox="1"/>
          <p:nvPr/>
        </p:nvSpPr>
        <p:spPr>
          <a:xfrm>
            <a:off x="153188" y="153023"/>
            <a:ext cx="12723826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requestFile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"\\request_to_suppler.txt",</a:t>
            </a:r>
            <a:r>
              <a:rPr lang="en-IN" dirty="0" err="1"/>
              <a:t>ios</a:t>
            </a:r>
            <a:r>
              <a:rPr lang="en-IN" dirty="0"/>
              <a:t>::app);</a:t>
            </a:r>
          </a:p>
          <a:p>
            <a:r>
              <a:rPr lang="en-IN" dirty="0"/>
              <a:t>							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requestFile</a:t>
            </a:r>
            <a:r>
              <a:rPr lang="en-IN" dirty="0"/>
              <a:t>, row)) {</a:t>
            </a:r>
          </a:p>
          <a:p>
            <a:r>
              <a:rPr lang="en-IN" dirty="0"/>
              <a:t>							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							    string </a:t>
            </a:r>
            <a:r>
              <a:rPr lang="en-IN" dirty="0" err="1"/>
              <a:t>reqId</a:t>
            </a:r>
            <a:r>
              <a:rPr lang="en-IN" dirty="0"/>
              <a:t>, </a:t>
            </a:r>
            <a:r>
              <a:rPr lang="en-IN" dirty="0" err="1"/>
              <a:t>prodId</a:t>
            </a:r>
            <a:r>
              <a:rPr lang="en-IN" dirty="0"/>
              <a:t>, name, brand, category, model, price, variant, qty, date, status;</a:t>
            </a:r>
          </a:p>
          <a:p>
            <a:r>
              <a:rPr lang="en-IN" dirty="0"/>
              <a:t>							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reqId</a:t>
            </a:r>
            <a:r>
              <a:rPr lang="en-IN" dirty="0"/>
              <a:t>, ',');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prodId</a:t>
            </a:r>
            <a:r>
              <a:rPr lang="en-IN" dirty="0"/>
              <a:t>, ',');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date, ',');</a:t>
            </a:r>
          </a:p>
          <a:p>
            <a:r>
              <a:rPr lang="en-IN" dirty="0"/>
              <a:t>							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r>
              <a:rPr lang="en-IN" dirty="0"/>
              <a:t>							</a:t>
            </a:r>
          </a:p>
          <a:p>
            <a:r>
              <a:rPr lang="en-IN" dirty="0"/>
              <a:t>							    if (</a:t>
            </a:r>
            <a:r>
              <a:rPr lang="en-IN" dirty="0" err="1"/>
              <a:t>reqId</a:t>
            </a:r>
            <a:r>
              <a:rPr lang="en-IN" dirty="0"/>
              <a:t> == </a:t>
            </a:r>
            <a:r>
              <a:rPr lang="en-IN" dirty="0" err="1"/>
              <a:t>r.reqId</a:t>
            </a:r>
            <a:r>
              <a:rPr lang="en-IN" dirty="0"/>
              <a:t> &amp;&amp; </a:t>
            </a:r>
            <a:r>
              <a:rPr lang="en-IN" dirty="0" err="1"/>
              <a:t>prodId</a:t>
            </a:r>
            <a:r>
              <a:rPr lang="en-IN" dirty="0"/>
              <a:t> == p.id &amp;&amp; </a:t>
            </a:r>
            <a:r>
              <a:rPr lang="en-IN" dirty="0" err="1"/>
              <a:t>stoi</a:t>
            </a:r>
            <a:r>
              <a:rPr lang="en-IN" dirty="0"/>
              <a:t>(qty) == </a:t>
            </a:r>
            <a:r>
              <a:rPr lang="en-IN" dirty="0" err="1"/>
              <a:t>r.qty</a:t>
            </a:r>
            <a:r>
              <a:rPr lang="en-IN" dirty="0"/>
              <a:t> &amp;&amp; status == "Requesting") {</a:t>
            </a:r>
          </a:p>
          <a:p>
            <a:r>
              <a:rPr lang="en-IN" dirty="0"/>
              <a:t>							        duplicate = true;</a:t>
            </a:r>
          </a:p>
          <a:p>
            <a:r>
              <a:rPr lang="en-IN" dirty="0"/>
              <a:t>							        break;</a:t>
            </a:r>
          </a:p>
          <a:p>
            <a:r>
              <a:rPr lang="en-IN" dirty="0"/>
              <a:t>							    }</a:t>
            </a:r>
          </a:p>
          <a:p>
            <a:r>
              <a:rPr lang="en-IN" dirty="0"/>
              <a:t>							}</a:t>
            </a:r>
          </a:p>
        </p:txBody>
      </p:sp>
    </p:spTree>
    <p:extLst>
      <p:ext uri="{BB962C8B-B14F-4D97-AF65-F5344CB8AC3E}">
        <p14:creationId xmlns:p14="http://schemas.microsoft.com/office/powerpoint/2010/main" val="9334009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33922C-96FD-A76A-77A1-9BBC1877A59F}"/>
              </a:ext>
            </a:extLst>
          </p:cNvPr>
          <p:cNvSpPr txBox="1"/>
          <p:nvPr/>
        </p:nvSpPr>
        <p:spPr>
          <a:xfrm>
            <a:off x="164895" y="269049"/>
            <a:ext cx="38509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1.3.1.3  view Sales Report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Same as 1.7.3 </a:t>
            </a:r>
            <a:b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3E09FA-C672-930C-9524-CCA076D3E8B6}"/>
              </a:ext>
            </a:extLst>
          </p:cNvPr>
          <p:cNvSpPr txBox="1"/>
          <p:nvPr/>
        </p:nvSpPr>
        <p:spPr>
          <a:xfrm>
            <a:off x="164895" y="1090752"/>
            <a:ext cx="38509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1.3.1.4  Request Supplier :</a:t>
            </a:r>
            <a:b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C34822-8A6C-5AF9-E7CA-F00A0DDC66B5}"/>
              </a:ext>
            </a:extLst>
          </p:cNvPr>
          <p:cNvSpPr txBox="1"/>
          <p:nvPr/>
        </p:nvSpPr>
        <p:spPr>
          <a:xfrm>
            <a:off x="294586" y="1602453"/>
            <a:ext cx="1238446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Staff::</a:t>
            </a:r>
            <a:r>
              <a:rPr lang="en-IN" dirty="0" err="1"/>
              <a:t>requestSupplier</a:t>
            </a:r>
            <a:r>
              <a:rPr lang="en-IN" dirty="0"/>
              <a:t>(string </a:t>
            </a:r>
            <a:r>
              <a:rPr lang="en-IN" dirty="0" err="1"/>
              <a:t>getProductId</a:t>
            </a:r>
            <a:r>
              <a:rPr lang="en-IN" dirty="0"/>
              <a:t>, unsigned int </a:t>
            </a:r>
            <a:r>
              <a:rPr lang="en-IN" dirty="0" err="1"/>
              <a:t>getQuantity</a:t>
            </a:r>
            <a:r>
              <a:rPr lang="en-IN" dirty="0"/>
              <a:t>) {</a:t>
            </a:r>
          </a:p>
          <a:p>
            <a:r>
              <a:rPr lang="en-IN" dirty="0"/>
              <a:t>    string row, </a:t>
            </a:r>
            <a:r>
              <a:rPr lang="en-IN" dirty="0" err="1"/>
              <a:t>getRequestId</a:t>
            </a:r>
            <a:r>
              <a:rPr lang="en-IN" dirty="0"/>
              <a:t>;</a:t>
            </a:r>
          </a:p>
          <a:p>
            <a:r>
              <a:rPr lang="en-IN" dirty="0"/>
              <a:t>    int </a:t>
            </a:r>
            <a:r>
              <a:rPr lang="en-IN" dirty="0" err="1"/>
              <a:t>currentId</a:t>
            </a:r>
            <a:r>
              <a:rPr lang="en-IN" dirty="0"/>
              <a:t>;</a:t>
            </a:r>
          </a:p>
          <a:p>
            <a:r>
              <a:rPr lang="en-IN" dirty="0"/>
              <a:t>    bool found = false, duplicate = false;</a:t>
            </a:r>
          </a:p>
          <a:p>
            <a:r>
              <a:rPr lang="en-IN" dirty="0"/>
              <a:t>    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productFile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"\\products.txt");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checkFile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time_t</a:t>
            </a:r>
            <a:r>
              <a:rPr lang="en-IN" dirty="0"/>
              <a:t> now = time(0);</a:t>
            </a:r>
          </a:p>
          <a:p>
            <a:r>
              <a:rPr lang="en-IN" dirty="0"/>
              <a:t>    tm *</a:t>
            </a:r>
            <a:r>
              <a:rPr lang="en-IN" dirty="0" err="1"/>
              <a:t>ltm</a:t>
            </a:r>
            <a:r>
              <a:rPr lang="en-IN" dirty="0"/>
              <a:t> = </a:t>
            </a:r>
            <a:r>
              <a:rPr lang="en-IN" dirty="0" err="1"/>
              <a:t>localtime</a:t>
            </a:r>
            <a:r>
              <a:rPr lang="en-IN" dirty="0"/>
              <a:t>(&amp;now);</a:t>
            </a:r>
          </a:p>
          <a:p>
            <a:r>
              <a:rPr lang="en-IN" dirty="0"/>
              <a:t>    char </a:t>
            </a:r>
            <a:r>
              <a:rPr lang="en-IN" dirty="0" err="1"/>
              <a:t>dateStr</a:t>
            </a:r>
            <a:r>
              <a:rPr lang="en-IN" dirty="0"/>
              <a:t>[20];</a:t>
            </a:r>
          </a:p>
          <a:p>
            <a:r>
              <a:rPr lang="en-IN" dirty="0"/>
              <a:t>    </a:t>
            </a:r>
            <a:r>
              <a:rPr lang="en-IN" dirty="0" err="1"/>
              <a:t>sprintf</a:t>
            </a:r>
            <a:r>
              <a:rPr lang="en-IN" dirty="0"/>
              <a:t>(</a:t>
            </a:r>
            <a:r>
              <a:rPr lang="en-IN" dirty="0" err="1"/>
              <a:t>dateStr</a:t>
            </a:r>
            <a:r>
              <a:rPr lang="en-IN" dirty="0"/>
              <a:t>, "%04d-%02d-%02d",</a:t>
            </a:r>
          </a:p>
          <a:p>
            <a:r>
              <a:rPr lang="en-IN" dirty="0"/>
              <a:t>            1900 +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tm_year</a:t>
            </a:r>
            <a:r>
              <a:rPr lang="en-IN" dirty="0"/>
              <a:t>,</a:t>
            </a:r>
          </a:p>
          <a:p>
            <a:r>
              <a:rPr lang="en-IN" dirty="0"/>
              <a:t>            1 +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tm_mon</a:t>
            </a:r>
            <a:r>
              <a:rPr lang="en-IN" dirty="0"/>
              <a:t>,</a:t>
            </a:r>
          </a:p>
          <a:p>
            <a:r>
              <a:rPr lang="en-IN" dirty="0"/>
              <a:t>           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tm_mday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srand</a:t>
            </a:r>
            <a:r>
              <a:rPr lang="en-IN" dirty="0"/>
              <a:t>(time(0));</a:t>
            </a:r>
          </a:p>
        </p:txBody>
      </p:sp>
    </p:spTree>
    <p:extLst>
      <p:ext uri="{BB962C8B-B14F-4D97-AF65-F5344CB8AC3E}">
        <p14:creationId xmlns:p14="http://schemas.microsoft.com/office/powerpoint/2010/main" val="4505467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58892EF-AAD3-5DBB-466D-03B0AB16E48D}"/>
              </a:ext>
            </a:extLst>
          </p:cNvPr>
          <p:cNvSpPr txBox="1"/>
          <p:nvPr/>
        </p:nvSpPr>
        <p:spPr>
          <a:xfrm>
            <a:off x="200319" y="168625"/>
            <a:ext cx="11554905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currentId</a:t>
            </a:r>
            <a:r>
              <a:rPr lang="en-IN" dirty="0"/>
              <a:t> = rand() % 1001;</a:t>
            </a:r>
          </a:p>
          <a:p>
            <a:r>
              <a:rPr lang="en-IN" dirty="0"/>
              <a:t>    </a:t>
            </a:r>
            <a:r>
              <a:rPr lang="en-IN" dirty="0" err="1"/>
              <a:t>stringstream</a:t>
            </a:r>
            <a:r>
              <a:rPr lang="en-IN" dirty="0"/>
              <a:t> </a:t>
            </a:r>
            <a:r>
              <a:rPr lang="en-IN" dirty="0" err="1"/>
              <a:t>rss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rss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(4) &lt;&lt; </a:t>
            </a:r>
            <a:r>
              <a:rPr lang="en-IN" dirty="0" err="1"/>
              <a:t>setfill</a:t>
            </a:r>
            <a:r>
              <a:rPr lang="en-IN" dirty="0"/>
              <a:t>('0') &lt;&lt; </a:t>
            </a:r>
            <a:r>
              <a:rPr lang="en-IN" dirty="0" err="1"/>
              <a:t>currentId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getRequestId</a:t>
            </a:r>
            <a:r>
              <a:rPr lang="en-IN" dirty="0"/>
              <a:t> = "R" + </a:t>
            </a:r>
            <a:r>
              <a:rPr lang="en-IN" dirty="0" err="1"/>
              <a:t>rss.str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checkFile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string </a:t>
            </a:r>
            <a:r>
              <a:rPr lang="en-IN" dirty="0" err="1"/>
              <a:t>reqId</a:t>
            </a:r>
            <a:r>
              <a:rPr lang="en-IN" dirty="0"/>
              <a:t>, </a:t>
            </a:r>
            <a:r>
              <a:rPr lang="en-IN" dirty="0" err="1"/>
              <a:t>prodId</a:t>
            </a:r>
            <a:r>
              <a:rPr lang="en-IN" dirty="0"/>
              <a:t>, name, brand, category, model, price, variant, qty, date, status;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date,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endParaRPr lang="en-IN" dirty="0"/>
          </a:p>
          <a:p>
            <a:r>
              <a:rPr lang="en-IN" dirty="0"/>
              <a:t>        if (</a:t>
            </a:r>
            <a:r>
              <a:rPr lang="en-IN" dirty="0" err="1"/>
              <a:t>prodId</a:t>
            </a:r>
            <a:r>
              <a:rPr lang="en-IN" dirty="0"/>
              <a:t> == </a:t>
            </a:r>
            <a:r>
              <a:rPr lang="en-IN" dirty="0" err="1"/>
              <a:t>getProductId</a:t>
            </a:r>
            <a:r>
              <a:rPr lang="en-IN" dirty="0"/>
              <a:t> &amp;&amp; </a:t>
            </a:r>
            <a:r>
              <a:rPr lang="en-IN" dirty="0" err="1"/>
              <a:t>stoi</a:t>
            </a:r>
            <a:r>
              <a:rPr lang="en-IN" dirty="0"/>
              <a:t>(qty) == </a:t>
            </a:r>
            <a:r>
              <a:rPr lang="en-IN" dirty="0" err="1"/>
              <a:t>getQuantity</a:t>
            </a:r>
            <a:r>
              <a:rPr lang="en-IN" dirty="0"/>
              <a:t> &amp;&amp; status == "Requesting") {</a:t>
            </a:r>
          </a:p>
          <a:p>
            <a:r>
              <a:rPr lang="en-IN" dirty="0"/>
              <a:t>            duplicate = true;</a:t>
            </a:r>
          </a:p>
          <a:p>
            <a:r>
              <a:rPr lang="en-IN" dirty="0"/>
              <a:t>            break; }</a:t>
            </a:r>
          </a:p>
        </p:txBody>
      </p:sp>
    </p:spTree>
    <p:extLst>
      <p:ext uri="{BB962C8B-B14F-4D97-AF65-F5344CB8AC3E}">
        <p14:creationId xmlns:p14="http://schemas.microsoft.com/office/powerpoint/2010/main" val="35997790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A3048D-D8A7-3E24-18FF-04724DFBAD7B}"/>
              </a:ext>
            </a:extLst>
          </p:cNvPr>
          <p:cNvSpPr txBox="1"/>
          <p:nvPr/>
        </p:nvSpPr>
        <p:spPr>
          <a:xfrm>
            <a:off x="266306" y="99682"/>
            <a:ext cx="1159261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}</a:t>
            </a:r>
          </a:p>
          <a:p>
            <a:r>
              <a:rPr lang="en-IN" dirty="0"/>
              <a:t>    </a:t>
            </a:r>
            <a:r>
              <a:rPr lang="en-IN" dirty="0" err="1"/>
              <a:t>checkFile.close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if (duplicate)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"?? This product request already exists with same quantity!"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productFile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string id, name, category, brand, model, variant, price, qty, reorder, </a:t>
            </a:r>
            <a:r>
              <a:rPr lang="en-IN" dirty="0" err="1"/>
              <a:t>lastUpdate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id,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reorder,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lastUpdate</a:t>
            </a:r>
            <a:r>
              <a:rPr lang="en-IN" dirty="0"/>
              <a:t>, ',');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249913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89D507A-3F23-B38B-83F0-1BC075ACD00D}"/>
              </a:ext>
            </a:extLst>
          </p:cNvPr>
          <p:cNvSpPr txBox="1"/>
          <p:nvPr/>
        </p:nvSpPr>
        <p:spPr>
          <a:xfrm>
            <a:off x="426562" y="335845"/>
            <a:ext cx="1147949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if (id == </a:t>
            </a:r>
            <a:r>
              <a:rPr lang="en-IN" dirty="0" err="1"/>
              <a:t>getProductId</a:t>
            </a:r>
            <a:r>
              <a:rPr lang="en-IN" dirty="0"/>
              <a:t>) {</a:t>
            </a:r>
          </a:p>
          <a:p>
            <a:r>
              <a:rPr lang="en-IN" dirty="0"/>
              <a:t>            found = true;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requestFile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"\\request_to_suppler.txt", </a:t>
            </a:r>
            <a:r>
              <a:rPr lang="en-IN" dirty="0" err="1"/>
              <a:t>ios</a:t>
            </a:r>
            <a:r>
              <a:rPr lang="en-IN" dirty="0"/>
              <a:t>::app);</a:t>
            </a:r>
          </a:p>
          <a:p>
            <a:endParaRPr lang="en-IN" dirty="0"/>
          </a:p>
          <a:p>
            <a:r>
              <a:rPr lang="en-IN" dirty="0"/>
              <a:t>            </a:t>
            </a:r>
            <a:r>
              <a:rPr lang="en-IN" dirty="0" err="1"/>
              <a:t>requestFile</a:t>
            </a:r>
            <a:r>
              <a:rPr lang="en-IN" dirty="0"/>
              <a:t> &lt;&lt; </a:t>
            </a:r>
            <a:r>
              <a:rPr lang="en-IN" dirty="0" err="1"/>
              <a:t>getRequestId</a:t>
            </a:r>
            <a:r>
              <a:rPr lang="en-IN" dirty="0"/>
              <a:t> &lt;&lt; "," &lt;&lt; id &lt;&lt; "," &lt;&lt; name &lt;&lt; "," &lt;&lt; brand &lt;&lt; "," &lt;&lt; category &lt;&lt; "," &lt;&lt; model &lt;&lt; "," &lt;&lt; price &lt;&lt; ","</a:t>
            </a:r>
          </a:p>
          <a:p>
            <a:r>
              <a:rPr lang="en-IN" dirty="0"/>
              <a:t>                        &lt;&lt; variant &lt;&lt; "," &lt;&lt; </a:t>
            </a:r>
            <a:r>
              <a:rPr lang="en-IN" dirty="0" err="1"/>
              <a:t>getQuantity</a:t>
            </a:r>
            <a:r>
              <a:rPr lang="en-IN" dirty="0"/>
              <a:t> &lt;&lt; "," &lt;&lt; </a:t>
            </a:r>
            <a:r>
              <a:rPr lang="en-IN" dirty="0" err="1"/>
              <a:t>dateStr</a:t>
            </a:r>
            <a:r>
              <a:rPr lang="en-IN" dirty="0"/>
              <a:t> &lt;&lt; "," &lt;&lt; "Requesting"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    </a:t>
            </a:r>
            <a:r>
              <a:rPr lang="en-IN" dirty="0" err="1"/>
              <a:t>requestFile.close</a:t>
            </a:r>
            <a:r>
              <a:rPr lang="en-IN" dirty="0"/>
              <a:t>();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"? Product request sent to supplier successfully."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    break;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  <a:p>
            <a:r>
              <a:rPr lang="en-IN" dirty="0"/>
              <a:t>    if (!found) </a:t>
            </a:r>
            <a:r>
              <a:rPr lang="en-IN" dirty="0" err="1"/>
              <a:t>cout</a:t>
            </a:r>
            <a:r>
              <a:rPr lang="en-IN" dirty="0"/>
              <a:t> &lt;&lt; "? Product ID " &lt;&lt; </a:t>
            </a:r>
            <a:r>
              <a:rPr lang="en-IN" dirty="0" err="1"/>
              <a:t>getProductId</a:t>
            </a:r>
            <a:r>
              <a:rPr lang="en-IN" dirty="0"/>
              <a:t> &lt;&lt; " not found in stock!"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productFile.close</a:t>
            </a:r>
            <a:r>
              <a:rPr lang="en-IN" dirty="0"/>
              <a:t>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3111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6C5A5C-0673-F21A-C587-4BDFFE215DD8}"/>
              </a:ext>
            </a:extLst>
          </p:cNvPr>
          <p:cNvSpPr txBox="1"/>
          <p:nvPr/>
        </p:nvSpPr>
        <p:spPr>
          <a:xfrm>
            <a:off x="127187" y="242340"/>
            <a:ext cx="43411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1.3.1.5  Response Of Supplier Product :</a:t>
            </a:r>
            <a:b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18803-2F06-F2ED-8C80-653CF4D7DA7C}"/>
              </a:ext>
            </a:extLst>
          </p:cNvPr>
          <p:cNvSpPr txBox="1"/>
          <p:nvPr/>
        </p:nvSpPr>
        <p:spPr>
          <a:xfrm>
            <a:off x="127187" y="690270"/>
            <a:ext cx="12353902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Staff::</a:t>
            </a:r>
            <a:r>
              <a:rPr lang="en-IN" dirty="0" err="1"/>
              <a:t>viewSupplierProduct</a:t>
            </a:r>
            <a:r>
              <a:rPr lang="en-IN" dirty="0"/>
              <a:t>() {</a:t>
            </a:r>
          </a:p>
          <a:p>
            <a:r>
              <a:rPr lang="en-IN" dirty="0"/>
              <a:t>	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responseFile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"\\request_to_suppler.txt");</a:t>
            </a:r>
          </a:p>
          <a:p>
            <a:r>
              <a:rPr lang="en-IN" dirty="0"/>
              <a:t>    string row, </a:t>
            </a:r>
            <a:r>
              <a:rPr lang="en-IN" dirty="0" err="1"/>
              <a:t>getRequestId</a:t>
            </a:r>
            <a:r>
              <a:rPr lang="en-IN" dirty="0"/>
              <a:t>;</a:t>
            </a:r>
          </a:p>
          <a:p>
            <a:r>
              <a:rPr lang="en-IN" dirty="0"/>
              <a:t>    bool found = false;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(120) &lt;&lt; "|| PRODUCT LIST WHICH IS SUPPLY BY THE SUPPLIER ||"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"</a:t>
            </a:r>
            <a:r>
              <a:rPr lang="en-IN" dirty="0" err="1"/>
              <a:t>RequestId</a:t>
            </a:r>
            <a:r>
              <a:rPr lang="en-IN" dirty="0"/>
              <a:t>\t\</a:t>
            </a:r>
            <a:r>
              <a:rPr lang="en-IN" dirty="0" err="1"/>
              <a:t>tProductId</a:t>
            </a:r>
            <a:r>
              <a:rPr lang="en-IN" dirty="0"/>
              <a:t>\</a:t>
            </a:r>
            <a:r>
              <a:rPr lang="en-IN" dirty="0" err="1"/>
              <a:t>tName</a:t>
            </a:r>
            <a:r>
              <a:rPr lang="en-IN" dirty="0"/>
              <a:t>\t\</a:t>
            </a:r>
            <a:r>
              <a:rPr lang="en-IN" dirty="0" err="1"/>
              <a:t>tBrand</a:t>
            </a:r>
            <a:r>
              <a:rPr lang="en-IN" dirty="0"/>
              <a:t>\t\</a:t>
            </a:r>
            <a:r>
              <a:rPr lang="en-IN" dirty="0" err="1"/>
              <a:t>tCategory</a:t>
            </a:r>
            <a:r>
              <a:rPr lang="en-IN" dirty="0"/>
              <a:t>\t\</a:t>
            </a:r>
            <a:r>
              <a:rPr lang="en-IN" dirty="0" err="1"/>
              <a:t>tModel</a:t>
            </a:r>
            <a:r>
              <a:rPr lang="en-IN" dirty="0"/>
              <a:t>\t\</a:t>
            </a:r>
            <a:r>
              <a:rPr lang="en-IN" dirty="0" err="1"/>
              <a:t>tPrice</a:t>
            </a:r>
            <a:r>
              <a:rPr lang="en-IN" dirty="0"/>
              <a:t>\t\</a:t>
            </a:r>
            <a:r>
              <a:rPr lang="en-IN" dirty="0" err="1"/>
              <a:t>tVariant</a:t>
            </a:r>
            <a:r>
              <a:rPr lang="en-IN" dirty="0"/>
              <a:t>\t\</a:t>
            </a:r>
            <a:r>
              <a:rPr lang="en-IN" dirty="0" err="1"/>
              <a:t>tQuantity</a:t>
            </a:r>
            <a:r>
              <a:rPr lang="en-IN" dirty="0"/>
              <a:t>\t\</a:t>
            </a:r>
            <a:r>
              <a:rPr lang="en-IN" dirty="0" err="1"/>
              <a:t>tDate</a:t>
            </a:r>
            <a:r>
              <a:rPr lang="en-IN" dirty="0"/>
              <a:t>\t\</a:t>
            </a:r>
            <a:r>
              <a:rPr lang="en-IN" dirty="0" err="1"/>
              <a:t>tStatus</a:t>
            </a:r>
            <a:r>
              <a:rPr lang="en-IN" dirty="0"/>
              <a:t>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line(210, "-");</a:t>
            </a:r>
          </a:p>
          <a:p>
            <a:endParaRPr lang="en-IN" dirty="0"/>
          </a:p>
          <a:p>
            <a:r>
              <a:rPr lang="en-IN" dirty="0"/>
              <a:t>    vector&lt;string&gt; requests;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responseFile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requests.push_back</a:t>
            </a:r>
            <a:r>
              <a:rPr lang="en-IN" dirty="0"/>
              <a:t>(row);</a:t>
            </a:r>
          </a:p>
          <a:p>
            <a:r>
              <a:rPr lang="en-IN" dirty="0"/>
              <a:t>        for (char </a:t>
            </a:r>
            <a:r>
              <a:rPr lang="en-IN" dirty="0" err="1"/>
              <a:t>ch</a:t>
            </a:r>
            <a:r>
              <a:rPr lang="en-IN" dirty="0"/>
              <a:t> : row) {</a:t>
            </a:r>
          </a:p>
          <a:p>
            <a:r>
              <a:rPr lang="en-IN" dirty="0"/>
              <a:t>            if (</a:t>
            </a:r>
            <a:r>
              <a:rPr lang="en-IN" dirty="0" err="1"/>
              <a:t>ch</a:t>
            </a:r>
            <a:r>
              <a:rPr lang="en-IN" dirty="0"/>
              <a:t> == ',') </a:t>
            </a:r>
            <a:r>
              <a:rPr lang="en-IN" dirty="0" err="1"/>
              <a:t>cout</a:t>
            </a:r>
            <a:r>
              <a:rPr lang="en-IN" dirty="0"/>
              <a:t> &lt;&lt; "\t\t";</a:t>
            </a:r>
          </a:p>
          <a:p>
            <a:r>
              <a:rPr lang="en-IN" dirty="0"/>
              <a:t>            else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ch</a:t>
            </a:r>
            <a:r>
              <a:rPr lang="en-IN" dirty="0"/>
              <a:t>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found = true;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responseFile.close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1548521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975A12-8CCC-7DA9-D5BF-DA5D1D1F2780}"/>
              </a:ext>
            </a:extLst>
          </p:cNvPr>
          <p:cNvSpPr txBox="1"/>
          <p:nvPr/>
        </p:nvSpPr>
        <p:spPr>
          <a:xfrm>
            <a:off x="266309" y="0"/>
            <a:ext cx="1203567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if (!found)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"Supplier Response is Not created yet"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"Enter Request id which quantity add in your stock : ";</a:t>
            </a:r>
          </a:p>
          <a:p>
            <a:r>
              <a:rPr lang="en-IN" dirty="0"/>
              <a:t>    </a:t>
            </a:r>
            <a:r>
              <a:rPr lang="en-IN" dirty="0" err="1"/>
              <a:t>cin</a:t>
            </a:r>
            <a:r>
              <a:rPr lang="en-IN" dirty="0"/>
              <a:t> &gt;&gt; </a:t>
            </a:r>
            <a:r>
              <a:rPr lang="en-IN" dirty="0" err="1"/>
              <a:t>getRequestId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string </a:t>
            </a:r>
            <a:r>
              <a:rPr lang="en-IN" dirty="0" err="1"/>
              <a:t>matchedLine</a:t>
            </a:r>
            <a:r>
              <a:rPr lang="en-IN" dirty="0"/>
              <a:t> = "";</a:t>
            </a:r>
          </a:p>
          <a:p>
            <a:r>
              <a:rPr lang="en-IN" dirty="0"/>
              <a:t>    for (string &amp;</a:t>
            </a:r>
            <a:r>
              <a:rPr lang="en-IN" dirty="0" err="1"/>
              <a:t>reqLine</a:t>
            </a:r>
            <a:r>
              <a:rPr lang="en-IN" dirty="0"/>
              <a:t> : requests)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</a:t>
            </a:r>
            <a:r>
              <a:rPr lang="en-IN" dirty="0" err="1"/>
              <a:t>reqLine</a:t>
            </a:r>
            <a:r>
              <a:rPr lang="en-IN" dirty="0"/>
              <a:t>);</a:t>
            </a:r>
          </a:p>
          <a:p>
            <a:r>
              <a:rPr lang="en-IN" dirty="0"/>
              <a:t>        string </a:t>
            </a:r>
            <a:r>
              <a:rPr lang="en-IN" dirty="0" err="1"/>
              <a:t>reqId</a:t>
            </a:r>
            <a:r>
              <a:rPr lang="en-IN" dirty="0"/>
              <a:t>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reqId</a:t>
            </a:r>
            <a:r>
              <a:rPr lang="en-IN" dirty="0"/>
              <a:t>, ',');</a:t>
            </a:r>
          </a:p>
          <a:p>
            <a:r>
              <a:rPr lang="en-IN" dirty="0"/>
              <a:t>        if (</a:t>
            </a:r>
            <a:r>
              <a:rPr lang="en-IN" dirty="0" err="1"/>
              <a:t>reqId</a:t>
            </a:r>
            <a:r>
              <a:rPr lang="en-IN" dirty="0"/>
              <a:t> == </a:t>
            </a:r>
            <a:r>
              <a:rPr lang="en-IN" dirty="0" err="1"/>
              <a:t>getRequestId</a:t>
            </a:r>
            <a:r>
              <a:rPr lang="en-IN" dirty="0"/>
              <a:t>) {</a:t>
            </a:r>
          </a:p>
          <a:p>
            <a:r>
              <a:rPr lang="en-IN" dirty="0"/>
              <a:t>            </a:t>
            </a:r>
            <a:r>
              <a:rPr lang="en-IN" dirty="0" err="1"/>
              <a:t>matchedLine</a:t>
            </a:r>
            <a:r>
              <a:rPr lang="en-IN" dirty="0"/>
              <a:t> = </a:t>
            </a:r>
            <a:r>
              <a:rPr lang="en-IN" dirty="0" err="1"/>
              <a:t>reqLine</a:t>
            </a:r>
            <a:r>
              <a:rPr lang="en-IN" dirty="0"/>
              <a:t>;</a:t>
            </a:r>
          </a:p>
          <a:p>
            <a:r>
              <a:rPr lang="en-IN" dirty="0"/>
              <a:t>            break;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  <a:p>
            <a:r>
              <a:rPr lang="en-IN" dirty="0"/>
              <a:t>    if (</a:t>
            </a:r>
            <a:r>
              <a:rPr lang="en-IN" dirty="0" err="1"/>
              <a:t>matchedLine</a:t>
            </a:r>
            <a:r>
              <a:rPr lang="en-IN" dirty="0"/>
              <a:t> == "")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 Request ID " &lt;&lt; </a:t>
            </a:r>
            <a:r>
              <a:rPr lang="en-IN" dirty="0" err="1"/>
              <a:t>getRequestId</a:t>
            </a:r>
            <a:r>
              <a:rPr lang="en-IN" dirty="0"/>
              <a:t> &lt;&lt; " not found!"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18523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37FDC5-6764-DDCE-82D8-116105292958}"/>
              </a:ext>
            </a:extLst>
          </p:cNvPr>
          <p:cNvSpPr txBox="1"/>
          <p:nvPr/>
        </p:nvSpPr>
        <p:spPr>
          <a:xfrm>
            <a:off x="219174" y="112225"/>
            <a:ext cx="11972826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stringstream</a:t>
            </a:r>
            <a:r>
              <a:rPr lang="en-IN" dirty="0"/>
              <a:t> ss(</a:t>
            </a:r>
            <a:r>
              <a:rPr lang="en-IN" dirty="0" err="1"/>
              <a:t>matchedLine</a:t>
            </a:r>
            <a:r>
              <a:rPr lang="en-IN" dirty="0"/>
              <a:t>);</a:t>
            </a:r>
          </a:p>
          <a:p>
            <a:r>
              <a:rPr lang="en-IN" dirty="0"/>
              <a:t>    string </a:t>
            </a:r>
            <a:r>
              <a:rPr lang="en-IN" dirty="0" err="1"/>
              <a:t>requestId</a:t>
            </a:r>
            <a:r>
              <a:rPr lang="en-IN" dirty="0"/>
              <a:t>, </a:t>
            </a:r>
            <a:r>
              <a:rPr lang="en-IN" dirty="0" err="1"/>
              <a:t>prodId</a:t>
            </a:r>
            <a:r>
              <a:rPr lang="en-IN" dirty="0"/>
              <a:t>, name, brand, category, model, price, variant, </a:t>
            </a:r>
            <a:r>
              <a:rPr lang="en-IN" dirty="0" err="1"/>
              <a:t>qtyStr</a:t>
            </a:r>
            <a:r>
              <a:rPr lang="en-IN" dirty="0"/>
              <a:t>, date, status;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requestId</a:t>
            </a:r>
            <a:r>
              <a:rPr lang="en-IN" dirty="0"/>
              <a:t>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prodId</a:t>
            </a:r>
            <a:r>
              <a:rPr lang="en-IN" dirty="0"/>
              <a:t>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qtyStr</a:t>
            </a:r>
            <a:r>
              <a:rPr lang="en-IN" dirty="0"/>
              <a:t>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date, ',');</a:t>
            </a:r>
          </a:p>
          <a:p>
            <a:r>
              <a:rPr lang="en-IN" dirty="0"/>
              <a:t>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endParaRPr lang="en-IN" dirty="0"/>
          </a:p>
          <a:p>
            <a:r>
              <a:rPr lang="en-IN" dirty="0"/>
              <a:t>    if (status == "Requesting")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 Waiting for supplier to respond. Try again later!"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 else if (status == "Reject") {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"? Supplier has no stock for this product (Request Rejected)."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return;</a:t>
            </a:r>
          </a:p>
          <a:p>
            <a:r>
              <a:rPr lang="en-IN" dirty="0"/>
              <a:t>    } else if (status == "Delivered") {</a:t>
            </a:r>
          </a:p>
          <a:p>
            <a:r>
              <a:rPr lang="en-IN" dirty="0"/>
              <a:t>	    </a:t>
            </a:r>
            <a:r>
              <a:rPr lang="en-IN" dirty="0" err="1"/>
              <a:t>cout</a:t>
            </a:r>
            <a:r>
              <a:rPr lang="en-IN" dirty="0"/>
              <a:t> &lt;&lt; "? Stock for this request is already added previously!"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    return;</a:t>
            </a:r>
          </a:p>
          <a:p>
            <a:r>
              <a:rPr lang="en-IN" dirty="0"/>
              <a:t>	}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7121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F66897-B31D-1D74-9C7A-BE0F8843DEDF}"/>
              </a:ext>
            </a:extLst>
          </p:cNvPr>
          <p:cNvSpPr txBox="1"/>
          <p:nvPr/>
        </p:nvSpPr>
        <p:spPr>
          <a:xfrm>
            <a:off x="181467" y="119416"/>
            <a:ext cx="1265784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int </a:t>
            </a:r>
            <a:r>
              <a:rPr lang="en-IN" dirty="0" err="1"/>
              <a:t>suppliedQty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qtyStr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time_t</a:t>
            </a:r>
            <a:r>
              <a:rPr lang="en-IN" dirty="0"/>
              <a:t> now = time(0);</a:t>
            </a:r>
          </a:p>
          <a:p>
            <a:r>
              <a:rPr lang="en-IN" dirty="0"/>
              <a:t>    tm *</a:t>
            </a:r>
            <a:r>
              <a:rPr lang="en-IN" dirty="0" err="1"/>
              <a:t>ltm</a:t>
            </a:r>
            <a:r>
              <a:rPr lang="en-IN" dirty="0"/>
              <a:t> = </a:t>
            </a:r>
            <a:r>
              <a:rPr lang="en-IN" dirty="0" err="1"/>
              <a:t>localtime</a:t>
            </a:r>
            <a:r>
              <a:rPr lang="en-IN" dirty="0"/>
              <a:t>(&amp;now);</a:t>
            </a:r>
          </a:p>
          <a:p>
            <a:r>
              <a:rPr lang="en-IN" dirty="0"/>
              <a:t>    char </a:t>
            </a:r>
            <a:r>
              <a:rPr lang="en-IN" dirty="0" err="1"/>
              <a:t>dateStr</a:t>
            </a:r>
            <a:r>
              <a:rPr lang="en-IN" dirty="0"/>
              <a:t>[20];</a:t>
            </a:r>
          </a:p>
          <a:p>
            <a:r>
              <a:rPr lang="en-IN" dirty="0"/>
              <a:t>    </a:t>
            </a:r>
            <a:r>
              <a:rPr lang="en-IN" dirty="0" err="1"/>
              <a:t>sprintf</a:t>
            </a:r>
            <a:r>
              <a:rPr lang="en-IN" dirty="0"/>
              <a:t>(</a:t>
            </a:r>
            <a:r>
              <a:rPr lang="en-IN" dirty="0" err="1"/>
              <a:t>dateStr</a:t>
            </a:r>
            <a:r>
              <a:rPr lang="en-IN" dirty="0"/>
              <a:t>, "%04d-%02d-%02d",</a:t>
            </a:r>
          </a:p>
          <a:p>
            <a:r>
              <a:rPr lang="en-IN" dirty="0"/>
              <a:t>            1900 +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tm_year</a:t>
            </a:r>
            <a:r>
              <a:rPr lang="en-IN" dirty="0"/>
              <a:t>,</a:t>
            </a:r>
          </a:p>
          <a:p>
            <a:r>
              <a:rPr lang="en-IN" dirty="0"/>
              <a:t>            1 +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tm_mon</a:t>
            </a:r>
            <a:r>
              <a:rPr lang="en-IN" dirty="0"/>
              <a:t>,</a:t>
            </a:r>
          </a:p>
          <a:p>
            <a:r>
              <a:rPr lang="en-IN" dirty="0"/>
              <a:t>            </a:t>
            </a:r>
            <a:r>
              <a:rPr lang="en-IN" dirty="0" err="1"/>
              <a:t>ltm</a:t>
            </a:r>
            <a:r>
              <a:rPr lang="en-IN" dirty="0"/>
              <a:t>-&gt;</a:t>
            </a:r>
            <a:r>
              <a:rPr lang="en-IN" dirty="0" err="1"/>
              <a:t>tm_mday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inProd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"\\products.txt");</a:t>
            </a:r>
          </a:p>
          <a:p>
            <a:r>
              <a:rPr lang="en-IN" dirty="0"/>
              <a:t>    vector&lt;string&gt; </a:t>
            </a:r>
            <a:r>
              <a:rPr lang="en-IN" dirty="0" err="1"/>
              <a:t>prodLines</a:t>
            </a:r>
            <a:r>
              <a:rPr lang="en-IN" dirty="0"/>
              <a:t>;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inProd</a:t>
            </a:r>
            <a:r>
              <a:rPr lang="en-IN" dirty="0"/>
              <a:t>, row)) </a:t>
            </a:r>
            <a:r>
              <a:rPr lang="en-IN" dirty="0" err="1"/>
              <a:t>prodLines.push_back</a:t>
            </a:r>
            <a:r>
              <a:rPr lang="en-IN" dirty="0"/>
              <a:t>(row);</a:t>
            </a:r>
          </a:p>
          <a:p>
            <a:r>
              <a:rPr lang="en-IN" dirty="0"/>
              <a:t>    </a:t>
            </a:r>
            <a:r>
              <a:rPr lang="en-IN" dirty="0" err="1"/>
              <a:t>inProd.close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outProd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"\\products.txt");</a:t>
            </a:r>
          </a:p>
          <a:p>
            <a:r>
              <a:rPr lang="en-IN" dirty="0"/>
              <a:t>    for (string &amp;line : </a:t>
            </a:r>
            <a:r>
              <a:rPr lang="en-IN" dirty="0" err="1"/>
              <a:t>prodLines</a:t>
            </a:r>
            <a:r>
              <a:rPr lang="en-IN" dirty="0"/>
              <a:t>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ss(line);</a:t>
            </a:r>
          </a:p>
          <a:p>
            <a:r>
              <a:rPr lang="en-IN" dirty="0"/>
              <a:t>        string id, </a:t>
            </a:r>
            <a:r>
              <a:rPr lang="en-IN" dirty="0" err="1"/>
              <a:t>pname</a:t>
            </a:r>
            <a:r>
              <a:rPr lang="en-IN" dirty="0"/>
              <a:t>, </a:t>
            </a:r>
            <a:r>
              <a:rPr lang="en-IN" dirty="0" err="1"/>
              <a:t>pcategory</a:t>
            </a:r>
            <a:r>
              <a:rPr lang="en-IN" dirty="0"/>
              <a:t>, </a:t>
            </a:r>
            <a:r>
              <a:rPr lang="en-IN" dirty="0" err="1"/>
              <a:t>pbrand</a:t>
            </a:r>
            <a:r>
              <a:rPr lang="en-IN" dirty="0"/>
              <a:t>, </a:t>
            </a:r>
            <a:r>
              <a:rPr lang="en-IN" dirty="0" err="1"/>
              <a:t>pmodel</a:t>
            </a:r>
            <a:r>
              <a:rPr lang="en-IN" dirty="0"/>
              <a:t>, </a:t>
            </a:r>
            <a:r>
              <a:rPr lang="en-IN" dirty="0" err="1"/>
              <a:t>pvariant</a:t>
            </a:r>
            <a:r>
              <a:rPr lang="en-IN" dirty="0"/>
              <a:t>, </a:t>
            </a:r>
            <a:r>
              <a:rPr lang="en-IN" dirty="0" err="1"/>
              <a:t>pprice</a:t>
            </a:r>
            <a:r>
              <a:rPr lang="en-IN" dirty="0"/>
              <a:t>, </a:t>
            </a:r>
            <a:r>
              <a:rPr lang="en-IN" dirty="0" err="1"/>
              <a:t>pqty</a:t>
            </a:r>
            <a:r>
              <a:rPr lang="en-IN" dirty="0"/>
              <a:t>, reorder, </a:t>
            </a:r>
            <a:r>
              <a:rPr lang="en-IN" dirty="0" err="1"/>
              <a:t>lastUpdate</a:t>
            </a:r>
            <a:r>
              <a:rPr lang="en-IN" dirty="0"/>
              <a:t>, </a:t>
            </a:r>
            <a:r>
              <a:rPr lang="en-IN" dirty="0" err="1"/>
              <a:t>pstatus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id,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pname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pcategory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pbrand</a:t>
            </a:r>
            <a:r>
              <a:rPr lang="en-IN" dirty="0"/>
              <a:t>, ',');</a:t>
            </a:r>
          </a:p>
        </p:txBody>
      </p:sp>
    </p:spTree>
    <p:extLst>
      <p:ext uri="{BB962C8B-B14F-4D97-AF65-F5344CB8AC3E}">
        <p14:creationId xmlns:p14="http://schemas.microsoft.com/office/powerpoint/2010/main" val="16779653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5509C3-C96E-2131-E286-9E85341D3D91}"/>
              </a:ext>
            </a:extLst>
          </p:cNvPr>
          <p:cNvSpPr txBox="1"/>
          <p:nvPr/>
        </p:nvSpPr>
        <p:spPr>
          <a:xfrm>
            <a:off x="209747" y="0"/>
            <a:ext cx="12082806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pmodel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pvariant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pprice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pqty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reorder,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lastUpdate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pstatus</a:t>
            </a:r>
            <a:r>
              <a:rPr lang="en-IN" dirty="0"/>
              <a:t>, ',');</a:t>
            </a:r>
          </a:p>
          <a:p>
            <a:endParaRPr lang="en-IN" dirty="0"/>
          </a:p>
          <a:p>
            <a:r>
              <a:rPr lang="en-IN" dirty="0"/>
              <a:t>        if (id == </a:t>
            </a:r>
            <a:r>
              <a:rPr lang="en-IN" dirty="0" err="1"/>
              <a:t>prodId</a:t>
            </a:r>
            <a:r>
              <a:rPr lang="en-IN" dirty="0"/>
              <a:t>) {</a:t>
            </a:r>
          </a:p>
          <a:p>
            <a:r>
              <a:rPr lang="en-IN" dirty="0"/>
              <a:t>            int </a:t>
            </a:r>
            <a:r>
              <a:rPr lang="en-IN" dirty="0" err="1"/>
              <a:t>newQty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pqty</a:t>
            </a:r>
            <a:r>
              <a:rPr lang="en-IN" dirty="0"/>
              <a:t>) + </a:t>
            </a:r>
            <a:r>
              <a:rPr lang="en-IN" dirty="0" err="1"/>
              <a:t>suppliedQty</a:t>
            </a:r>
            <a:r>
              <a:rPr lang="en-IN" dirty="0"/>
              <a:t>;</a:t>
            </a:r>
          </a:p>
          <a:p>
            <a:r>
              <a:rPr lang="en-IN" dirty="0"/>
              <a:t>            </a:t>
            </a:r>
            <a:r>
              <a:rPr lang="en-IN" dirty="0" err="1"/>
              <a:t>pqty</a:t>
            </a:r>
            <a:r>
              <a:rPr lang="en-IN" dirty="0"/>
              <a:t> = </a:t>
            </a:r>
            <a:r>
              <a:rPr lang="en-IN" dirty="0" err="1"/>
              <a:t>to_string</a:t>
            </a:r>
            <a:r>
              <a:rPr lang="en-IN" dirty="0"/>
              <a:t>(</a:t>
            </a:r>
            <a:r>
              <a:rPr lang="en-IN" dirty="0" err="1"/>
              <a:t>newQty</a:t>
            </a:r>
            <a:r>
              <a:rPr lang="en-IN" dirty="0"/>
              <a:t>);</a:t>
            </a:r>
          </a:p>
          <a:p>
            <a:r>
              <a:rPr lang="en-IN" dirty="0"/>
              <a:t>            </a:t>
            </a:r>
            <a:r>
              <a:rPr lang="en-IN" dirty="0" err="1"/>
              <a:t>lastUpdate</a:t>
            </a:r>
            <a:r>
              <a:rPr lang="en-IN" dirty="0"/>
              <a:t> = </a:t>
            </a:r>
            <a:r>
              <a:rPr lang="en-IN" dirty="0" err="1"/>
              <a:t>dateStr</a:t>
            </a:r>
            <a:r>
              <a:rPr lang="en-IN" dirty="0"/>
              <a:t>;</a:t>
            </a:r>
          </a:p>
          <a:p>
            <a:r>
              <a:rPr lang="en-IN" dirty="0"/>
              <a:t>        }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outProd</a:t>
            </a:r>
            <a:r>
              <a:rPr lang="en-IN" dirty="0"/>
              <a:t> &lt;&lt; id &lt;&lt; "," &lt;&lt; </a:t>
            </a:r>
            <a:r>
              <a:rPr lang="en-IN" dirty="0" err="1"/>
              <a:t>pname</a:t>
            </a:r>
            <a:r>
              <a:rPr lang="en-IN" dirty="0"/>
              <a:t> &lt;&lt; "," &lt;&lt; </a:t>
            </a:r>
            <a:r>
              <a:rPr lang="en-IN" dirty="0" err="1"/>
              <a:t>pcategory</a:t>
            </a:r>
            <a:r>
              <a:rPr lang="en-IN" dirty="0"/>
              <a:t> &lt;&lt; "," &lt;&lt; </a:t>
            </a:r>
            <a:r>
              <a:rPr lang="en-IN" dirty="0" err="1"/>
              <a:t>pbrand</a:t>
            </a:r>
            <a:r>
              <a:rPr lang="en-IN" dirty="0"/>
              <a:t> &lt;&lt; "," &lt;&lt; </a:t>
            </a:r>
            <a:r>
              <a:rPr lang="en-IN" dirty="0" err="1"/>
              <a:t>pmodel</a:t>
            </a:r>
            <a:r>
              <a:rPr lang="en-IN" dirty="0"/>
              <a:t> &lt;&lt; ","</a:t>
            </a:r>
          </a:p>
          <a:p>
            <a:r>
              <a:rPr lang="en-IN" dirty="0"/>
              <a:t>                &lt;&lt; </a:t>
            </a:r>
            <a:r>
              <a:rPr lang="en-IN" dirty="0" err="1"/>
              <a:t>pvariant</a:t>
            </a:r>
            <a:r>
              <a:rPr lang="en-IN" dirty="0"/>
              <a:t> &lt;&lt; "," &lt;&lt; </a:t>
            </a:r>
            <a:r>
              <a:rPr lang="en-IN" dirty="0" err="1"/>
              <a:t>pprice</a:t>
            </a:r>
            <a:r>
              <a:rPr lang="en-IN" dirty="0"/>
              <a:t> &lt;&lt; "," &lt;&lt; </a:t>
            </a:r>
            <a:r>
              <a:rPr lang="en-IN" dirty="0" err="1"/>
              <a:t>pqty</a:t>
            </a:r>
            <a:r>
              <a:rPr lang="en-IN" dirty="0"/>
              <a:t> &lt;&lt; "," &lt;&lt; reorder &lt;&lt; "," &lt;&lt; </a:t>
            </a:r>
            <a:r>
              <a:rPr lang="en-IN" dirty="0" err="1"/>
              <a:t>lastUpdate</a:t>
            </a:r>
            <a:r>
              <a:rPr lang="en-IN" dirty="0"/>
              <a:t> &lt;&lt; "," &lt;&lt; </a:t>
            </a:r>
            <a:r>
              <a:rPr lang="en-IN" dirty="0" err="1"/>
              <a:t>pstatus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  <a:r>
              <a:rPr lang="en-IN" dirty="0" err="1"/>
              <a:t>outProd.close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inStock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"\\stock.txt");</a:t>
            </a:r>
          </a:p>
          <a:p>
            <a:r>
              <a:rPr lang="en-IN" dirty="0"/>
              <a:t>    vector&lt;string&gt; </a:t>
            </a:r>
            <a:r>
              <a:rPr lang="en-IN" dirty="0" err="1"/>
              <a:t>stockLines</a:t>
            </a:r>
            <a:r>
              <a:rPr lang="en-IN" dirty="0"/>
              <a:t>;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inStock</a:t>
            </a:r>
            <a:r>
              <a:rPr lang="en-IN" dirty="0"/>
              <a:t>, row)) </a:t>
            </a:r>
            <a:r>
              <a:rPr lang="en-IN" dirty="0" err="1"/>
              <a:t>stockLines.push_back</a:t>
            </a:r>
            <a:r>
              <a:rPr lang="en-IN" dirty="0"/>
              <a:t>(row);</a:t>
            </a:r>
          </a:p>
          <a:p>
            <a:r>
              <a:rPr lang="en-IN" dirty="0"/>
              <a:t>    </a:t>
            </a:r>
            <a:r>
              <a:rPr lang="en-IN" dirty="0" err="1"/>
              <a:t>inStock.close</a:t>
            </a:r>
            <a:r>
              <a:rPr lang="en-IN" dirty="0"/>
              <a:t>();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77805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713989-4D15-8544-EAD4-40369C935661}"/>
              </a:ext>
            </a:extLst>
          </p:cNvPr>
          <p:cNvSpPr txBox="1"/>
          <p:nvPr/>
        </p:nvSpPr>
        <p:spPr>
          <a:xfrm>
            <a:off x="238027" y="0"/>
            <a:ext cx="6094428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outStock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"\\stock.txt");</a:t>
            </a:r>
          </a:p>
          <a:p>
            <a:r>
              <a:rPr lang="en-IN" dirty="0"/>
              <a:t>    for (string &amp;line : </a:t>
            </a:r>
            <a:r>
              <a:rPr lang="en-IN" dirty="0" err="1"/>
              <a:t>stockLines</a:t>
            </a:r>
            <a:r>
              <a:rPr lang="en-IN" dirty="0"/>
              <a:t>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ss(line);</a:t>
            </a:r>
          </a:p>
          <a:p>
            <a:r>
              <a:rPr lang="en-IN" dirty="0"/>
              <a:t>        string id, </a:t>
            </a:r>
            <a:r>
              <a:rPr lang="en-IN" dirty="0" err="1"/>
              <a:t>pname</a:t>
            </a:r>
            <a:r>
              <a:rPr lang="en-IN" dirty="0"/>
              <a:t>, </a:t>
            </a:r>
            <a:r>
              <a:rPr lang="en-IN" dirty="0" err="1"/>
              <a:t>pcategory</a:t>
            </a:r>
            <a:r>
              <a:rPr lang="en-IN" dirty="0"/>
              <a:t>, </a:t>
            </a:r>
            <a:r>
              <a:rPr lang="en-IN" dirty="0" err="1"/>
              <a:t>pbrand</a:t>
            </a:r>
            <a:r>
              <a:rPr lang="en-IN" dirty="0"/>
              <a:t>, </a:t>
            </a:r>
            <a:r>
              <a:rPr lang="en-IN" dirty="0" err="1"/>
              <a:t>pmodel</a:t>
            </a:r>
            <a:r>
              <a:rPr lang="en-IN" dirty="0"/>
              <a:t>, </a:t>
            </a:r>
            <a:r>
              <a:rPr lang="en-IN" dirty="0" err="1"/>
              <a:t>pvariant</a:t>
            </a:r>
            <a:r>
              <a:rPr lang="en-IN" dirty="0"/>
              <a:t>, </a:t>
            </a:r>
            <a:r>
              <a:rPr lang="en-IN" dirty="0" err="1"/>
              <a:t>pprice</a:t>
            </a:r>
            <a:r>
              <a:rPr lang="en-IN" dirty="0"/>
              <a:t>, </a:t>
            </a:r>
            <a:r>
              <a:rPr lang="en-IN" dirty="0" err="1"/>
              <a:t>pqty</a:t>
            </a:r>
            <a:r>
              <a:rPr lang="en-IN" dirty="0"/>
              <a:t>, </a:t>
            </a:r>
            <a:r>
              <a:rPr lang="en-IN" dirty="0" err="1"/>
              <a:t>qtyIn</a:t>
            </a:r>
            <a:r>
              <a:rPr lang="en-IN" dirty="0"/>
              <a:t>, </a:t>
            </a:r>
            <a:r>
              <a:rPr lang="en-IN" dirty="0" err="1"/>
              <a:t>qtyOut</a:t>
            </a:r>
            <a:r>
              <a:rPr lang="en-IN" dirty="0"/>
              <a:t>, </a:t>
            </a:r>
            <a:r>
              <a:rPr lang="en-IN" dirty="0" err="1"/>
              <a:t>pstatus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id,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pname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pcategory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pbrand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pmodel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pvariant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pprice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pqty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qtyIn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qtyOut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pstatus</a:t>
            </a:r>
            <a:r>
              <a:rPr lang="en-IN" dirty="0"/>
              <a:t>, ',');</a:t>
            </a:r>
          </a:p>
          <a:p>
            <a:endParaRPr lang="en-IN" dirty="0"/>
          </a:p>
          <a:p>
            <a:r>
              <a:rPr lang="en-IN" dirty="0"/>
              <a:t>        if (id == </a:t>
            </a:r>
            <a:r>
              <a:rPr lang="en-IN" dirty="0" err="1"/>
              <a:t>prodId</a:t>
            </a:r>
            <a:r>
              <a:rPr lang="en-IN" dirty="0"/>
              <a:t>) {</a:t>
            </a:r>
          </a:p>
          <a:p>
            <a:r>
              <a:rPr lang="en-IN" dirty="0"/>
              <a:t>            int </a:t>
            </a:r>
            <a:r>
              <a:rPr lang="en-IN" dirty="0" err="1"/>
              <a:t>newQty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pqty</a:t>
            </a:r>
            <a:r>
              <a:rPr lang="en-IN" dirty="0"/>
              <a:t>) + </a:t>
            </a:r>
            <a:r>
              <a:rPr lang="en-IN" dirty="0" err="1"/>
              <a:t>suppliedQty</a:t>
            </a:r>
            <a:r>
              <a:rPr lang="en-IN" dirty="0"/>
              <a:t>;</a:t>
            </a:r>
          </a:p>
          <a:p>
            <a:r>
              <a:rPr lang="en-IN" dirty="0"/>
              <a:t>            </a:t>
            </a:r>
            <a:r>
              <a:rPr lang="en-IN" dirty="0" err="1"/>
              <a:t>pqty</a:t>
            </a:r>
            <a:r>
              <a:rPr lang="en-IN" dirty="0"/>
              <a:t> = </a:t>
            </a:r>
            <a:r>
              <a:rPr lang="en-IN" dirty="0" err="1"/>
              <a:t>to_string</a:t>
            </a:r>
            <a:r>
              <a:rPr lang="en-IN" dirty="0"/>
              <a:t>(</a:t>
            </a:r>
            <a:r>
              <a:rPr lang="en-IN" dirty="0" err="1"/>
              <a:t>newQty</a:t>
            </a:r>
            <a:r>
              <a:rPr lang="en-IN" dirty="0"/>
              <a:t>);</a:t>
            </a:r>
          </a:p>
          <a:p>
            <a:r>
              <a:rPr lang="en-IN" dirty="0"/>
              <a:t>            int </a:t>
            </a:r>
            <a:r>
              <a:rPr lang="en-IN" dirty="0" err="1"/>
              <a:t>inVal</a:t>
            </a:r>
            <a:r>
              <a:rPr lang="en-IN" dirty="0"/>
              <a:t> = </a:t>
            </a:r>
            <a:r>
              <a:rPr lang="en-IN" dirty="0" err="1"/>
              <a:t>qtyIn.empty</a:t>
            </a:r>
            <a:r>
              <a:rPr lang="en-IN" dirty="0"/>
              <a:t>() ? 0 :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qtyIn</a:t>
            </a:r>
            <a:r>
              <a:rPr lang="en-IN" dirty="0"/>
              <a:t>);</a:t>
            </a:r>
          </a:p>
          <a:p>
            <a:r>
              <a:rPr lang="en-IN" dirty="0"/>
              <a:t>            </a:t>
            </a:r>
            <a:r>
              <a:rPr lang="en-IN" dirty="0" err="1"/>
              <a:t>inVal</a:t>
            </a:r>
            <a:r>
              <a:rPr lang="en-IN" dirty="0"/>
              <a:t> += </a:t>
            </a:r>
            <a:r>
              <a:rPr lang="en-IN" dirty="0" err="1"/>
              <a:t>suppliedQty</a:t>
            </a:r>
            <a:r>
              <a:rPr lang="en-IN" dirty="0"/>
              <a:t>;</a:t>
            </a:r>
          </a:p>
          <a:p>
            <a:r>
              <a:rPr lang="en-IN" dirty="0"/>
              <a:t>            </a:t>
            </a:r>
            <a:r>
              <a:rPr lang="en-IN" dirty="0" err="1"/>
              <a:t>qtyIn</a:t>
            </a:r>
            <a:r>
              <a:rPr lang="en-IN" dirty="0"/>
              <a:t> = </a:t>
            </a:r>
            <a:r>
              <a:rPr lang="en-IN" dirty="0" err="1"/>
              <a:t>to_string</a:t>
            </a:r>
            <a:r>
              <a:rPr lang="en-IN" dirty="0"/>
              <a:t>(</a:t>
            </a:r>
            <a:r>
              <a:rPr lang="en-IN" dirty="0" err="1"/>
              <a:t>inVal</a:t>
            </a:r>
            <a:r>
              <a:rPr lang="en-IN" dirty="0"/>
              <a:t>);  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78123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F50A05-C1A4-D543-3760-A945C982CB60}"/>
              </a:ext>
            </a:extLst>
          </p:cNvPr>
          <p:cNvSpPr txBox="1"/>
          <p:nvPr/>
        </p:nvSpPr>
        <p:spPr>
          <a:xfrm>
            <a:off x="378541" y="534370"/>
            <a:ext cx="50984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1.3.2  Saler Menu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03C6DC-34AE-7015-2DC6-E88D1BFCD8A6}"/>
              </a:ext>
            </a:extLst>
          </p:cNvPr>
          <p:cNvSpPr txBox="1"/>
          <p:nvPr/>
        </p:nvSpPr>
        <p:spPr>
          <a:xfrm>
            <a:off x="697584" y="1077006"/>
            <a:ext cx="1166095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Staff::</a:t>
            </a:r>
            <a:r>
              <a:rPr lang="en-IN" dirty="0" err="1"/>
              <a:t>SalesPersonMenu</a:t>
            </a:r>
            <a:r>
              <a:rPr lang="en-IN" dirty="0"/>
              <a:t>(){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(110) &lt;&lt; "|| SALES PERSON MENU ||"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(90) &lt;&lt; "1. VIEW PRODUCT " &lt;&lt; </a:t>
            </a:r>
            <a:r>
              <a:rPr lang="en-IN" dirty="0" err="1"/>
              <a:t>setw</a:t>
            </a:r>
            <a:r>
              <a:rPr lang="en-IN" dirty="0"/>
              <a:t>(37) &lt;&lt;" 2. SELL PRODUCT"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(108) &lt;&lt; "3. VIEW STATUS OF SELLING PRODUCT " &lt;&lt; </a:t>
            </a:r>
            <a:r>
              <a:rPr lang="en-IN" dirty="0" err="1"/>
              <a:t>setw</a:t>
            </a:r>
            <a:r>
              <a:rPr lang="en-IN" dirty="0"/>
              <a:t>(25) &lt;&lt;" 4. CHANGE PASSWORD 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(84) &lt;&lt; "5. LOGOUT " 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145977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F95A41-BEFB-5EF5-69AA-A71A839B3930}"/>
              </a:ext>
            </a:extLst>
          </p:cNvPr>
          <p:cNvSpPr txBox="1"/>
          <p:nvPr/>
        </p:nvSpPr>
        <p:spPr>
          <a:xfrm>
            <a:off x="378541" y="534370"/>
            <a:ext cx="50984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1.3.2.1  View Product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Same as 1.3.4 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09472B-BFF3-101E-136E-7F8285C5DBF6}"/>
              </a:ext>
            </a:extLst>
          </p:cNvPr>
          <p:cNvSpPr txBox="1"/>
          <p:nvPr/>
        </p:nvSpPr>
        <p:spPr>
          <a:xfrm>
            <a:off x="378540" y="1327792"/>
            <a:ext cx="50984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1.3.2.2  Sale Product :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4AA122-6A30-571B-635C-2174DFB3613E}"/>
              </a:ext>
            </a:extLst>
          </p:cNvPr>
          <p:cNvSpPr txBox="1"/>
          <p:nvPr/>
        </p:nvSpPr>
        <p:spPr>
          <a:xfrm>
            <a:off x="378538" y="1752968"/>
            <a:ext cx="11621783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bool Staff::</a:t>
            </a:r>
            <a:r>
              <a:rPr lang="en-IN" dirty="0" err="1"/>
              <a:t>saleProduct</a:t>
            </a:r>
            <a:r>
              <a:rPr lang="en-IN" dirty="0"/>
              <a:t>(string </a:t>
            </a:r>
            <a:r>
              <a:rPr lang="en-IN" dirty="0" err="1"/>
              <a:t>getRequestId</a:t>
            </a:r>
            <a:r>
              <a:rPr lang="en-IN" dirty="0"/>
              <a:t>, string </a:t>
            </a:r>
            <a:r>
              <a:rPr lang="en-IN" dirty="0" err="1"/>
              <a:t>getProductId</a:t>
            </a:r>
            <a:r>
              <a:rPr lang="en-IN" dirty="0"/>
              <a:t>, unsigned int </a:t>
            </a:r>
            <a:r>
              <a:rPr lang="en-IN" dirty="0" err="1"/>
              <a:t>getSellQuantity</a:t>
            </a:r>
            <a:r>
              <a:rPr lang="en-IN" dirty="0"/>
              <a:t>, string </a:t>
            </a:r>
            <a:r>
              <a:rPr lang="en-IN" dirty="0" err="1"/>
              <a:t>getDate</a:t>
            </a:r>
            <a:r>
              <a:rPr lang="en-IN" dirty="0"/>
              <a:t>, string </a:t>
            </a:r>
            <a:r>
              <a:rPr lang="en-IN" dirty="0" err="1"/>
              <a:t>getStatus</a:t>
            </a:r>
            <a:r>
              <a:rPr lang="en-IN" dirty="0"/>
              <a:t>){</a:t>
            </a:r>
          </a:p>
          <a:p>
            <a:r>
              <a:rPr lang="en-IN" dirty="0"/>
              <a:t>	bool found=false;</a:t>
            </a:r>
          </a:p>
          <a:p>
            <a:r>
              <a:rPr lang="en-IN" dirty="0"/>
              <a:t>	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</a:t>
            </a:r>
            <a:r>
              <a:rPr lang="en-IN" dirty="0" err="1"/>
              <a:t>requestId</a:t>
            </a:r>
            <a:r>
              <a:rPr lang="en-IN" dirty="0"/>
              <a:t> = </a:t>
            </a:r>
            <a:r>
              <a:rPr lang="en-IN" dirty="0" err="1"/>
              <a:t>getRequestId</a:t>
            </a:r>
            <a:r>
              <a:rPr lang="en-IN" dirty="0"/>
              <a:t>;</a:t>
            </a:r>
          </a:p>
          <a:p>
            <a:r>
              <a:rPr lang="en-IN" dirty="0"/>
              <a:t>	</a:t>
            </a:r>
            <a:r>
              <a:rPr lang="en-IN" dirty="0" err="1"/>
              <a:t>productId</a:t>
            </a:r>
            <a:r>
              <a:rPr lang="en-IN" dirty="0"/>
              <a:t> = </a:t>
            </a:r>
            <a:r>
              <a:rPr lang="en-IN" dirty="0" err="1"/>
              <a:t>getProductId</a:t>
            </a:r>
            <a:r>
              <a:rPr lang="en-IN" dirty="0"/>
              <a:t>;</a:t>
            </a:r>
          </a:p>
          <a:p>
            <a:r>
              <a:rPr lang="en-IN" dirty="0"/>
              <a:t>	</a:t>
            </a:r>
            <a:r>
              <a:rPr lang="en-IN" dirty="0" err="1"/>
              <a:t>sellquantity</a:t>
            </a:r>
            <a:r>
              <a:rPr lang="en-IN" dirty="0"/>
              <a:t> = </a:t>
            </a:r>
            <a:r>
              <a:rPr lang="en-IN" dirty="0" err="1"/>
              <a:t>getSellQuantity</a:t>
            </a:r>
            <a:r>
              <a:rPr lang="en-IN" dirty="0"/>
              <a:t>;</a:t>
            </a:r>
          </a:p>
          <a:p>
            <a:r>
              <a:rPr lang="en-IN" dirty="0"/>
              <a:t>	date = </a:t>
            </a:r>
            <a:r>
              <a:rPr lang="en-IN" dirty="0" err="1"/>
              <a:t>getDate</a:t>
            </a:r>
            <a:r>
              <a:rPr lang="en-IN" dirty="0"/>
              <a:t>;</a:t>
            </a:r>
          </a:p>
          <a:p>
            <a:r>
              <a:rPr lang="en-IN" dirty="0"/>
              <a:t>	status = </a:t>
            </a:r>
            <a:r>
              <a:rPr lang="en-IN" dirty="0" err="1"/>
              <a:t>getStatus</a:t>
            </a:r>
            <a:r>
              <a:rPr lang="en-IN" dirty="0"/>
              <a:t>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"\\products.txt");</a:t>
            </a:r>
          </a:p>
          <a:p>
            <a:r>
              <a:rPr lang="en-IN" dirty="0"/>
              <a:t>	string row;</a:t>
            </a:r>
          </a:p>
          <a:p>
            <a:r>
              <a:rPr lang="en-IN" dirty="0"/>
              <a:t>	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inFile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string id;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id, ',');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6464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36119AD-B8A8-2816-55B5-0B84DF5AAF60}"/>
              </a:ext>
            </a:extLst>
          </p:cNvPr>
          <p:cNvSpPr txBox="1"/>
          <p:nvPr/>
        </p:nvSpPr>
        <p:spPr>
          <a:xfrm>
            <a:off x="205425" y="296749"/>
            <a:ext cx="1178115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if (id == </a:t>
            </a:r>
            <a:r>
              <a:rPr lang="en-IN" dirty="0" err="1"/>
              <a:t>getProductId</a:t>
            </a:r>
            <a:r>
              <a:rPr lang="en-IN" dirty="0"/>
              <a:t>) {</a:t>
            </a:r>
          </a:p>
          <a:p>
            <a:r>
              <a:rPr lang="en-IN" dirty="0"/>
              <a:t>           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outFile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"\\sales_request.txt",</a:t>
            </a:r>
            <a:r>
              <a:rPr lang="en-IN" dirty="0" err="1"/>
              <a:t>ios</a:t>
            </a:r>
            <a:r>
              <a:rPr lang="en-IN" dirty="0"/>
              <a:t>::app);</a:t>
            </a:r>
          </a:p>
          <a:p>
            <a:r>
              <a:rPr lang="en-IN" dirty="0"/>
              <a:t>	</a:t>
            </a:r>
          </a:p>
          <a:p>
            <a:r>
              <a:rPr lang="en-IN" dirty="0"/>
              <a:t>			</a:t>
            </a:r>
            <a:r>
              <a:rPr lang="en-IN" dirty="0" err="1"/>
              <a:t>outFile</a:t>
            </a:r>
            <a:r>
              <a:rPr lang="en-IN" dirty="0"/>
              <a:t> &lt;&lt; </a:t>
            </a:r>
            <a:r>
              <a:rPr lang="en-IN" dirty="0" err="1"/>
              <a:t>requestId</a:t>
            </a:r>
            <a:r>
              <a:rPr lang="en-IN" dirty="0"/>
              <a:t> &lt;&lt; "," &lt;&lt; </a:t>
            </a:r>
            <a:r>
              <a:rPr lang="en-IN" dirty="0" err="1"/>
              <a:t>productId</a:t>
            </a:r>
            <a:r>
              <a:rPr lang="en-IN" dirty="0"/>
              <a:t> &lt;&lt; "," &lt;&lt; </a:t>
            </a:r>
            <a:r>
              <a:rPr lang="en-IN" dirty="0" err="1"/>
              <a:t>sellquantity</a:t>
            </a:r>
            <a:r>
              <a:rPr lang="en-IN" dirty="0"/>
              <a:t> &lt;&lt; "," &lt;&lt; date &lt;&lt; "," &lt;&lt; status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	</a:t>
            </a:r>
            <a:r>
              <a:rPr lang="en-IN" dirty="0" err="1"/>
              <a:t>outFile.close</a:t>
            </a:r>
            <a:r>
              <a:rPr lang="en-IN" dirty="0"/>
              <a:t>();</a:t>
            </a:r>
          </a:p>
          <a:p>
            <a:r>
              <a:rPr lang="en-IN" dirty="0"/>
              <a:t>			found = true;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return found;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2096353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1E60FD-7E26-739B-91F1-543182422BED}"/>
              </a:ext>
            </a:extLst>
          </p:cNvPr>
          <p:cNvSpPr txBox="1"/>
          <p:nvPr/>
        </p:nvSpPr>
        <p:spPr>
          <a:xfrm>
            <a:off x="161724" y="337977"/>
            <a:ext cx="50984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1.3.2.3  Status of selling product :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8435D1-E92D-6FDF-6946-AD472E8268E1}"/>
              </a:ext>
            </a:extLst>
          </p:cNvPr>
          <p:cNvSpPr txBox="1"/>
          <p:nvPr/>
        </p:nvSpPr>
        <p:spPr>
          <a:xfrm>
            <a:off x="256880" y="775457"/>
            <a:ext cx="11773395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Staff::</a:t>
            </a:r>
            <a:r>
              <a:rPr lang="en-IN" dirty="0" err="1"/>
              <a:t>viewStatusOfSellingProduct</a:t>
            </a:r>
            <a:r>
              <a:rPr lang="en-IN" dirty="0"/>
              <a:t>(){</a:t>
            </a:r>
          </a:p>
          <a:p>
            <a:r>
              <a:rPr lang="en-IN" dirty="0"/>
              <a:t>	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	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inFile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"\\sales_request.txt");</a:t>
            </a:r>
          </a:p>
          <a:p>
            <a:r>
              <a:rPr lang="en-IN" dirty="0"/>
              <a:t>	string row;</a:t>
            </a:r>
          </a:p>
          <a:p>
            <a:r>
              <a:rPr lang="en-IN" dirty="0"/>
              <a:t>	bool found = false;</a:t>
            </a:r>
          </a:p>
          <a:p>
            <a:r>
              <a:rPr lang="en-IN" dirty="0"/>
              <a:t>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&lt;&lt; "Request ID\</a:t>
            </a:r>
            <a:r>
              <a:rPr lang="en-IN" dirty="0" err="1"/>
              <a:t>tProduct</a:t>
            </a:r>
            <a:r>
              <a:rPr lang="en-IN" dirty="0"/>
              <a:t> ID\</a:t>
            </a:r>
            <a:r>
              <a:rPr lang="en-IN" dirty="0" err="1"/>
              <a:t>tQuantity</a:t>
            </a:r>
            <a:r>
              <a:rPr lang="en-IN" dirty="0"/>
              <a:t>\</a:t>
            </a:r>
            <a:r>
              <a:rPr lang="en-IN" dirty="0" err="1"/>
              <a:t>tDate</a:t>
            </a:r>
            <a:r>
              <a:rPr lang="en-IN" dirty="0"/>
              <a:t>\t\t\</a:t>
            </a:r>
            <a:r>
              <a:rPr lang="en-IN" dirty="0" err="1"/>
              <a:t>tstatus</a:t>
            </a:r>
            <a:r>
              <a:rPr lang="en-IN" dirty="0"/>
              <a:t> \n";</a:t>
            </a:r>
          </a:p>
          <a:p>
            <a:r>
              <a:rPr lang="en-IN" dirty="0"/>
              <a:t>        line(210,"-");</a:t>
            </a:r>
          </a:p>
          <a:p>
            <a:r>
              <a:rPr lang="en-IN" dirty="0"/>
              <a:t>    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inFile</a:t>
            </a:r>
            <a:r>
              <a:rPr lang="en-IN" dirty="0"/>
              <a:t>, row)) {</a:t>
            </a:r>
          </a:p>
          <a:p>
            <a:r>
              <a:rPr lang="en-IN" dirty="0"/>
              <a:t>            for (char c : row) {</a:t>
            </a:r>
          </a:p>
          <a:p>
            <a:r>
              <a:rPr lang="en-IN" dirty="0"/>
              <a:t>                if (c == ',') </a:t>
            </a:r>
            <a:r>
              <a:rPr lang="en-IN" dirty="0" err="1"/>
              <a:t>cout</a:t>
            </a:r>
            <a:r>
              <a:rPr lang="en-IN" dirty="0"/>
              <a:t> &lt;&lt; "\t\t";</a:t>
            </a:r>
          </a:p>
          <a:p>
            <a:r>
              <a:rPr lang="en-IN" dirty="0"/>
              <a:t>                else </a:t>
            </a:r>
            <a:r>
              <a:rPr lang="en-IN" dirty="0" err="1"/>
              <a:t>cout</a:t>
            </a:r>
            <a:r>
              <a:rPr lang="en-IN" dirty="0"/>
              <a:t> &lt;&lt; c;</a:t>
            </a:r>
          </a:p>
          <a:p>
            <a:r>
              <a:rPr lang="en-IN" dirty="0"/>
              <a:t>            }</a:t>
            </a:r>
          </a:p>
          <a:p>
            <a:r>
              <a:rPr lang="en-IN" dirty="0"/>
              <a:t>            found = true;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    </a:t>
            </a:r>
          </a:p>
          <a:p>
            <a:r>
              <a:rPr lang="en-IN" dirty="0"/>
              <a:t>        if(!found) </a:t>
            </a:r>
            <a:r>
              <a:rPr lang="en-IN" dirty="0" err="1"/>
              <a:t>cout</a:t>
            </a:r>
            <a:r>
              <a:rPr lang="en-IN" dirty="0"/>
              <a:t>&lt;&lt; "Request Not Created Yet."; </a:t>
            </a:r>
          </a:p>
          <a:p>
            <a:r>
              <a:rPr lang="en-IN" dirty="0"/>
              <a:t>        </a:t>
            </a:r>
            <a:r>
              <a:rPr lang="en-IN" dirty="0" err="1"/>
              <a:t>inFile.close</a:t>
            </a:r>
            <a:r>
              <a:rPr lang="en-IN" dirty="0"/>
              <a:t>();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1944111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375C72-465D-CBB0-A46F-5F970EE94DD1}"/>
              </a:ext>
            </a:extLst>
          </p:cNvPr>
          <p:cNvSpPr txBox="1"/>
          <p:nvPr/>
        </p:nvSpPr>
        <p:spPr>
          <a:xfrm>
            <a:off x="398207" y="3640618"/>
            <a:ext cx="3881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1.4.1 view Stock Request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9D412-A0B2-5964-701A-61F5233E6C69}"/>
              </a:ext>
            </a:extLst>
          </p:cNvPr>
          <p:cNvSpPr txBox="1"/>
          <p:nvPr/>
        </p:nvSpPr>
        <p:spPr>
          <a:xfrm>
            <a:off x="633953" y="733381"/>
            <a:ext cx="1083846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Supplier::menu(){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(110) &lt;&lt; "|| SUPPLIER MENU ||"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(98) &lt;&lt; "1. VIEW STOCK REQUEST"&lt;&lt; </a:t>
            </a:r>
            <a:r>
              <a:rPr lang="en-IN" dirty="0" err="1"/>
              <a:t>setw</a:t>
            </a:r>
            <a:r>
              <a:rPr lang="en-IN" dirty="0"/>
              <a:t>(37) &lt;&lt;"2. SUPPLY PRODUCT TO STORE"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(100) &lt;&lt; "3. VIEW SUPPLY HISTORY "&lt;&lt; </a:t>
            </a:r>
            <a:r>
              <a:rPr lang="en-IN" dirty="0" err="1"/>
              <a:t>setw</a:t>
            </a:r>
            <a:r>
              <a:rPr lang="en-IN" dirty="0"/>
              <a:t>(28) &lt;&lt;"4.  CHANGE PASSWORD"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(98) &lt;&lt; "5. PRODUCT MANAGEMENT" &lt;&lt; </a:t>
            </a:r>
            <a:r>
              <a:rPr lang="en-IN" dirty="0" err="1"/>
              <a:t>setw</a:t>
            </a:r>
            <a:r>
              <a:rPr lang="en-IN" dirty="0"/>
              <a:t>(20) &lt;&lt; "6. LOGOUT" &lt;&lt; </a:t>
            </a:r>
            <a:r>
              <a:rPr lang="en-IN" dirty="0" err="1"/>
              <a:t>endl</a:t>
            </a:r>
            <a:r>
              <a:rPr lang="en-IN" dirty="0"/>
              <a:t>&lt;&lt;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line();</a:t>
            </a:r>
          </a:p>
          <a:p>
            <a:r>
              <a:rPr lang="en-IN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88A7E-69B2-C6DA-F475-ED58480A6D5D}"/>
              </a:ext>
            </a:extLst>
          </p:cNvPr>
          <p:cNvSpPr txBox="1"/>
          <p:nvPr/>
        </p:nvSpPr>
        <p:spPr>
          <a:xfrm>
            <a:off x="398207" y="411467"/>
            <a:ext cx="25822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 Supplier Menu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6EBA7F-FF10-8E54-66A5-1E337E4D331C}"/>
              </a:ext>
            </a:extLst>
          </p:cNvPr>
          <p:cNvSpPr txBox="1"/>
          <p:nvPr/>
        </p:nvSpPr>
        <p:spPr>
          <a:xfrm>
            <a:off x="464195" y="4135073"/>
            <a:ext cx="1132959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Supplier::</a:t>
            </a:r>
            <a:r>
              <a:rPr lang="en-IN" dirty="0" err="1"/>
              <a:t>stockRequest</a:t>
            </a:r>
            <a:r>
              <a:rPr lang="en-IN" dirty="0"/>
              <a:t>() {</a:t>
            </a:r>
          </a:p>
          <a:p>
            <a:r>
              <a:rPr lang="en-IN" dirty="0"/>
              <a:t>	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	bool found = false;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RequestOfProducts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"\\request_to_suppler.txt");</a:t>
            </a:r>
          </a:p>
          <a:p>
            <a:r>
              <a:rPr lang="en-IN" dirty="0"/>
              <a:t>    string row;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(125) &lt;&lt; " || Requesting Stock from the Car Inventory System || ";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"</a:t>
            </a:r>
            <a:r>
              <a:rPr lang="en-IN" dirty="0" err="1"/>
              <a:t>RequestID</a:t>
            </a:r>
            <a:r>
              <a:rPr lang="en-IN" dirty="0"/>
              <a:t>\t\</a:t>
            </a:r>
            <a:r>
              <a:rPr lang="en-IN" dirty="0" err="1"/>
              <a:t>tProductID</a:t>
            </a:r>
            <a:r>
              <a:rPr lang="en-IN" dirty="0"/>
              <a:t>\</a:t>
            </a:r>
            <a:r>
              <a:rPr lang="en-IN" dirty="0" err="1"/>
              <a:t>tName</a:t>
            </a:r>
            <a:r>
              <a:rPr lang="en-IN" dirty="0"/>
              <a:t>\t\</a:t>
            </a:r>
            <a:r>
              <a:rPr lang="en-IN" dirty="0" err="1"/>
              <a:t>tBrand</a:t>
            </a:r>
            <a:r>
              <a:rPr lang="en-IN" dirty="0"/>
              <a:t>\t\</a:t>
            </a:r>
            <a:r>
              <a:rPr lang="en-IN" dirty="0" err="1"/>
              <a:t>tCategory</a:t>
            </a:r>
            <a:r>
              <a:rPr lang="en-IN" dirty="0"/>
              <a:t>\</a:t>
            </a:r>
            <a:r>
              <a:rPr lang="en-IN" dirty="0" err="1"/>
              <a:t>tCar</a:t>
            </a:r>
            <a:r>
              <a:rPr lang="en-IN" dirty="0"/>
              <a:t> Model\t\</a:t>
            </a:r>
            <a:r>
              <a:rPr lang="en-IN" dirty="0" err="1"/>
              <a:t>tPrice</a:t>
            </a:r>
            <a:r>
              <a:rPr lang="en-IN" dirty="0"/>
              <a:t>\t\</a:t>
            </a:r>
            <a:r>
              <a:rPr lang="en-IN" dirty="0" err="1"/>
              <a:t>tVariant</a:t>
            </a:r>
            <a:r>
              <a:rPr lang="en-IN" dirty="0"/>
              <a:t>\t\</a:t>
            </a:r>
            <a:r>
              <a:rPr lang="en-IN" dirty="0" err="1"/>
              <a:t>tQuantity</a:t>
            </a:r>
            <a:r>
              <a:rPr lang="en-IN" dirty="0"/>
              <a:t>\t\</a:t>
            </a:r>
            <a:r>
              <a:rPr lang="en-IN" dirty="0" err="1"/>
              <a:t>tDate</a:t>
            </a:r>
            <a:r>
              <a:rPr lang="en-IN" dirty="0"/>
              <a:t>\</a:t>
            </a:r>
            <a:r>
              <a:rPr lang="en-IN" dirty="0" err="1"/>
              <a:t>tStatus</a:t>
            </a:r>
            <a:r>
              <a:rPr lang="en-IN" dirty="0"/>
              <a:t>"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line(210, "-");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76644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99621C-303C-21DE-3652-64C0A51175BA}"/>
              </a:ext>
            </a:extLst>
          </p:cNvPr>
          <p:cNvSpPr txBox="1"/>
          <p:nvPr/>
        </p:nvSpPr>
        <p:spPr>
          <a:xfrm>
            <a:off x="454844" y="191740"/>
            <a:ext cx="1147949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RequestOfProducts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string </a:t>
            </a:r>
            <a:r>
              <a:rPr lang="en-IN" dirty="0" err="1"/>
              <a:t>requestId</a:t>
            </a:r>
            <a:r>
              <a:rPr lang="en-IN" dirty="0"/>
              <a:t>, </a:t>
            </a:r>
            <a:r>
              <a:rPr lang="en-IN" dirty="0" err="1"/>
              <a:t>productId</a:t>
            </a:r>
            <a:r>
              <a:rPr lang="en-IN" dirty="0"/>
              <a:t>, name, brand, category, model, variant, price, qty, date, status;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requestId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productId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date,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endParaRPr lang="en-IN" dirty="0"/>
          </a:p>
          <a:p>
            <a:r>
              <a:rPr lang="en-IN" dirty="0"/>
              <a:t>        if (status == "Requesting") {</a:t>
            </a:r>
          </a:p>
          <a:p>
            <a:r>
              <a:rPr lang="en-IN" dirty="0"/>
              <a:t>            for (char </a:t>
            </a:r>
            <a:r>
              <a:rPr lang="en-IN" dirty="0" err="1"/>
              <a:t>ch</a:t>
            </a:r>
            <a:r>
              <a:rPr lang="en-IN" dirty="0"/>
              <a:t> : row) {</a:t>
            </a:r>
          </a:p>
          <a:p>
            <a:r>
              <a:rPr lang="en-IN" dirty="0"/>
              <a:t>                if (</a:t>
            </a:r>
            <a:r>
              <a:rPr lang="en-IN" dirty="0" err="1"/>
              <a:t>ch</a:t>
            </a:r>
            <a:r>
              <a:rPr lang="en-IN" dirty="0"/>
              <a:t> == ',') </a:t>
            </a:r>
            <a:r>
              <a:rPr lang="en-IN" dirty="0" err="1"/>
              <a:t>cout</a:t>
            </a:r>
            <a:r>
              <a:rPr lang="en-IN" dirty="0"/>
              <a:t> &lt;&lt; "\t\t";</a:t>
            </a:r>
          </a:p>
          <a:p>
            <a:r>
              <a:rPr lang="en-IN" dirty="0"/>
              <a:t>                else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ch</a:t>
            </a:r>
            <a:r>
              <a:rPr lang="en-IN" dirty="0"/>
              <a:t>;</a:t>
            </a:r>
          </a:p>
          <a:p>
            <a:r>
              <a:rPr lang="en-IN" dirty="0"/>
              <a:t>            }</a:t>
            </a:r>
          </a:p>
          <a:p>
            <a:r>
              <a:rPr lang="en-IN" dirty="0"/>
              <a:t>            found = true;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}</a:t>
            </a:r>
          </a:p>
        </p:txBody>
      </p:sp>
    </p:spTree>
    <p:extLst>
      <p:ext uri="{BB962C8B-B14F-4D97-AF65-F5344CB8AC3E}">
        <p14:creationId xmlns:p14="http://schemas.microsoft.com/office/powerpoint/2010/main" val="390323822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A0D43C2-AF1C-D794-6BBF-5FF1291EF3B3}"/>
              </a:ext>
            </a:extLst>
          </p:cNvPr>
          <p:cNvSpPr txBox="1"/>
          <p:nvPr/>
        </p:nvSpPr>
        <p:spPr>
          <a:xfrm>
            <a:off x="520832" y="100321"/>
            <a:ext cx="1015031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}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if(!found)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(120) &lt;&lt; "|| NO REQUEST IS CREATED YET ||" &lt;&lt;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0EA8DF-2AC3-36E5-C47F-46B69DFD1B52}"/>
              </a:ext>
            </a:extLst>
          </p:cNvPr>
          <p:cNvSpPr txBox="1"/>
          <p:nvPr/>
        </p:nvSpPr>
        <p:spPr>
          <a:xfrm>
            <a:off x="388780" y="1529013"/>
            <a:ext cx="3881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1.4.2 Supply Product To store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88B6E6-54EA-7442-CF17-029B70D118E4}"/>
              </a:ext>
            </a:extLst>
          </p:cNvPr>
          <p:cNvSpPr txBox="1"/>
          <p:nvPr/>
        </p:nvSpPr>
        <p:spPr>
          <a:xfrm>
            <a:off x="388779" y="2082507"/>
            <a:ext cx="12450527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Supplier::</a:t>
            </a:r>
            <a:r>
              <a:rPr lang="en-IN" dirty="0" err="1"/>
              <a:t>supplyProduct</a:t>
            </a:r>
            <a:r>
              <a:rPr lang="en-IN" dirty="0"/>
              <a:t>(string </a:t>
            </a:r>
            <a:r>
              <a:rPr lang="en-IN" dirty="0" err="1"/>
              <a:t>getRequestId</a:t>
            </a:r>
            <a:r>
              <a:rPr lang="en-IN" dirty="0"/>
              <a:t>) {</a:t>
            </a:r>
          </a:p>
          <a:p>
            <a:r>
              <a:rPr lang="en-IN" dirty="0"/>
              <a:t>	</a:t>
            </a:r>
            <a:r>
              <a:rPr lang="en-IN" dirty="0" err="1"/>
              <a:t>basePath</a:t>
            </a:r>
            <a:r>
              <a:rPr lang="en-IN" dirty="0"/>
              <a:t> = </a:t>
            </a:r>
            <a:r>
              <a:rPr lang="en-IN" dirty="0" err="1"/>
              <a:t>getBasePath</a:t>
            </a:r>
            <a:r>
              <a:rPr lang="en-IN" dirty="0"/>
              <a:t>();</a:t>
            </a:r>
          </a:p>
          <a:p>
            <a:r>
              <a:rPr lang="en-IN" dirty="0"/>
              <a:t>    vector&lt;string&gt; </a:t>
            </a:r>
            <a:r>
              <a:rPr lang="en-IN" dirty="0" err="1"/>
              <a:t>requestLines</a:t>
            </a:r>
            <a:r>
              <a:rPr lang="en-IN" dirty="0"/>
              <a:t>;</a:t>
            </a:r>
          </a:p>
          <a:p>
            <a:r>
              <a:rPr lang="en-IN" dirty="0"/>
              <a:t>    string line;</a:t>
            </a:r>
          </a:p>
          <a:p>
            <a:r>
              <a:rPr lang="en-IN" dirty="0"/>
              <a:t>    bool found = false, matched = false, </a:t>
            </a:r>
            <a:r>
              <a:rPr lang="en-IN" dirty="0" err="1"/>
              <a:t>sufficientQty</a:t>
            </a:r>
            <a:r>
              <a:rPr lang="en-IN" dirty="0"/>
              <a:t> = false;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requestFile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"\\request_to_suppler.txt");</a:t>
            </a:r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requestFile</a:t>
            </a:r>
            <a:r>
              <a:rPr lang="en-IN" dirty="0"/>
              <a:t>, line)) </a:t>
            </a:r>
            <a:r>
              <a:rPr lang="en-IN" dirty="0" err="1"/>
              <a:t>requestLines.push_back</a:t>
            </a:r>
            <a:r>
              <a:rPr lang="en-IN" dirty="0"/>
              <a:t>(line);</a:t>
            </a:r>
          </a:p>
          <a:p>
            <a:r>
              <a:rPr lang="en-IN" dirty="0"/>
              <a:t>    </a:t>
            </a:r>
            <a:r>
              <a:rPr lang="en-IN" dirty="0" err="1"/>
              <a:t>requestFile.close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for (string &amp;</a:t>
            </a:r>
            <a:r>
              <a:rPr lang="en-IN" dirty="0" err="1"/>
              <a:t>reqLine</a:t>
            </a:r>
            <a:r>
              <a:rPr lang="en-IN" dirty="0"/>
              <a:t> : </a:t>
            </a:r>
            <a:r>
              <a:rPr lang="en-IN" dirty="0" err="1"/>
              <a:t>requestLines</a:t>
            </a:r>
            <a:r>
              <a:rPr lang="en-IN" dirty="0"/>
              <a:t>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</a:t>
            </a:r>
            <a:r>
              <a:rPr lang="en-IN" dirty="0" err="1"/>
              <a:t>reqLine</a:t>
            </a:r>
            <a:r>
              <a:rPr lang="en-IN" dirty="0"/>
              <a:t>);</a:t>
            </a:r>
          </a:p>
          <a:p>
            <a:r>
              <a:rPr lang="en-IN" dirty="0"/>
              <a:t>        string </a:t>
            </a:r>
            <a:r>
              <a:rPr lang="en-IN" dirty="0" err="1"/>
              <a:t>requestId</a:t>
            </a:r>
            <a:r>
              <a:rPr lang="en-IN" dirty="0"/>
              <a:t>, </a:t>
            </a:r>
            <a:r>
              <a:rPr lang="en-IN" dirty="0" err="1"/>
              <a:t>productId</a:t>
            </a:r>
            <a:r>
              <a:rPr lang="en-IN" dirty="0"/>
              <a:t>, name, brand, category, model, variant, price, qty, date, status;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requestId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productId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480819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66A9AA-1D91-AA68-5F1E-5E308AFC9BBE}"/>
              </a:ext>
            </a:extLst>
          </p:cNvPr>
          <p:cNvSpPr txBox="1"/>
          <p:nvPr/>
        </p:nvSpPr>
        <p:spPr>
          <a:xfrm>
            <a:off x="124903" y="104289"/>
            <a:ext cx="12733257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price,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variant,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date,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endParaRPr lang="en-IN" dirty="0"/>
          </a:p>
          <a:p>
            <a:r>
              <a:rPr lang="en-IN" dirty="0"/>
              <a:t>        if (</a:t>
            </a:r>
            <a:r>
              <a:rPr lang="en-IN" dirty="0" err="1"/>
              <a:t>requestId</a:t>
            </a:r>
            <a:r>
              <a:rPr lang="en-IN" dirty="0"/>
              <a:t> == </a:t>
            </a:r>
            <a:r>
              <a:rPr lang="en-IN" dirty="0" err="1"/>
              <a:t>getRequestId</a:t>
            </a:r>
            <a:r>
              <a:rPr lang="en-IN" dirty="0"/>
              <a:t> &amp;&amp; status == "Requesting") {</a:t>
            </a:r>
          </a:p>
          <a:p>
            <a:r>
              <a:rPr lang="en-IN" dirty="0"/>
              <a:t>        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supplierFile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"\\supplier_products.txt");</a:t>
            </a:r>
          </a:p>
          <a:p>
            <a:r>
              <a:rPr lang="en-IN" dirty="0"/>
              <a:t>            string </a:t>
            </a:r>
            <a:r>
              <a:rPr lang="en-IN" dirty="0" err="1"/>
              <a:t>suppLine</a:t>
            </a:r>
            <a:r>
              <a:rPr lang="en-IN" dirty="0"/>
              <a:t>;</a:t>
            </a:r>
          </a:p>
          <a:p>
            <a:r>
              <a:rPr lang="en-IN" dirty="0"/>
              <a:t>        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supplierFile</a:t>
            </a:r>
            <a:r>
              <a:rPr lang="en-IN" dirty="0"/>
              <a:t>, </a:t>
            </a:r>
            <a:r>
              <a:rPr lang="en-IN" dirty="0" err="1"/>
              <a:t>suppLine</a:t>
            </a:r>
            <a:r>
              <a:rPr lang="en-IN" dirty="0"/>
              <a:t>)) {</a:t>
            </a:r>
          </a:p>
          <a:p>
            <a:r>
              <a:rPr lang="en-IN" dirty="0"/>
              <a:t>                </a:t>
            </a:r>
            <a:r>
              <a:rPr lang="en-IN" dirty="0" err="1"/>
              <a:t>stringstream</a:t>
            </a:r>
            <a:r>
              <a:rPr lang="en-IN" dirty="0"/>
              <a:t> </a:t>
            </a:r>
            <a:r>
              <a:rPr lang="en-IN" dirty="0" err="1"/>
              <a:t>sss</a:t>
            </a:r>
            <a:r>
              <a:rPr lang="en-IN" dirty="0"/>
              <a:t>(</a:t>
            </a:r>
            <a:r>
              <a:rPr lang="en-IN" dirty="0" err="1"/>
              <a:t>suppLine</a:t>
            </a:r>
            <a:r>
              <a:rPr lang="en-IN" dirty="0"/>
              <a:t>);</a:t>
            </a:r>
          </a:p>
          <a:p>
            <a:r>
              <a:rPr lang="en-IN" dirty="0"/>
              <a:t>                string </a:t>
            </a:r>
            <a:r>
              <a:rPr lang="en-IN" dirty="0" err="1"/>
              <a:t>spId</a:t>
            </a:r>
            <a:r>
              <a:rPr lang="en-IN" dirty="0"/>
              <a:t>, </a:t>
            </a:r>
            <a:r>
              <a:rPr lang="en-IN" dirty="0" err="1"/>
              <a:t>spName</a:t>
            </a:r>
            <a:r>
              <a:rPr lang="en-IN" dirty="0"/>
              <a:t>, </a:t>
            </a:r>
            <a:r>
              <a:rPr lang="en-IN" dirty="0" err="1"/>
              <a:t>spCategory</a:t>
            </a:r>
            <a:r>
              <a:rPr lang="en-IN" dirty="0"/>
              <a:t>, </a:t>
            </a:r>
            <a:r>
              <a:rPr lang="en-IN" dirty="0" err="1"/>
              <a:t>spBrand</a:t>
            </a:r>
            <a:r>
              <a:rPr lang="en-IN" dirty="0"/>
              <a:t>, </a:t>
            </a:r>
            <a:r>
              <a:rPr lang="en-IN" dirty="0" err="1"/>
              <a:t>spModel</a:t>
            </a:r>
            <a:r>
              <a:rPr lang="en-IN" dirty="0"/>
              <a:t>, </a:t>
            </a:r>
            <a:r>
              <a:rPr lang="en-IN" dirty="0" err="1"/>
              <a:t>spVariant</a:t>
            </a:r>
            <a:r>
              <a:rPr lang="en-IN" dirty="0"/>
              <a:t>, </a:t>
            </a:r>
            <a:r>
              <a:rPr lang="en-IN" dirty="0" err="1"/>
              <a:t>spPrice</a:t>
            </a:r>
            <a:r>
              <a:rPr lang="en-IN" dirty="0"/>
              <a:t>, </a:t>
            </a:r>
            <a:r>
              <a:rPr lang="en-IN" dirty="0" err="1"/>
              <a:t>spQty</a:t>
            </a:r>
            <a:r>
              <a:rPr lang="en-IN" dirty="0"/>
              <a:t>, </a:t>
            </a:r>
            <a:r>
              <a:rPr lang="en-IN" dirty="0" err="1"/>
              <a:t>spReorder</a:t>
            </a:r>
            <a:r>
              <a:rPr lang="en-IN" dirty="0"/>
              <a:t>, </a:t>
            </a:r>
            <a:r>
              <a:rPr lang="en-IN" dirty="0" err="1"/>
              <a:t>spLastUpdate</a:t>
            </a:r>
            <a:r>
              <a:rPr lang="en-IN" dirty="0"/>
              <a:t>, </a:t>
            </a:r>
            <a:r>
              <a:rPr lang="en-IN" dirty="0" err="1"/>
              <a:t>spStatus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spId</a:t>
            </a:r>
            <a:r>
              <a:rPr lang="en-IN" dirty="0"/>
              <a:t>, ',');</a:t>
            </a:r>
          </a:p>
          <a:p>
            <a:r>
              <a:rPr lang="en-IN" dirty="0"/>
              <a:t>    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spName</a:t>
            </a:r>
            <a:r>
              <a:rPr lang="en-IN" dirty="0"/>
              <a:t>, ',');</a:t>
            </a:r>
          </a:p>
          <a:p>
            <a:r>
              <a:rPr lang="en-IN" dirty="0"/>
              <a:t>    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spCategory</a:t>
            </a:r>
            <a:r>
              <a:rPr lang="en-IN" dirty="0"/>
              <a:t>, ',');</a:t>
            </a:r>
          </a:p>
          <a:p>
            <a:r>
              <a:rPr lang="en-IN" dirty="0"/>
              <a:t>    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spBrand</a:t>
            </a:r>
            <a:r>
              <a:rPr lang="en-IN" dirty="0"/>
              <a:t>, ',');</a:t>
            </a:r>
          </a:p>
          <a:p>
            <a:r>
              <a:rPr lang="en-IN" dirty="0"/>
              <a:t>    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spModel</a:t>
            </a:r>
            <a:r>
              <a:rPr lang="en-IN" dirty="0"/>
              <a:t>, ',');</a:t>
            </a:r>
          </a:p>
          <a:p>
            <a:r>
              <a:rPr lang="en-IN" dirty="0"/>
              <a:t>    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spVariant</a:t>
            </a:r>
            <a:r>
              <a:rPr lang="en-IN" dirty="0"/>
              <a:t>, ',');</a:t>
            </a:r>
          </a:p>
          <a:p>
            <a:r>
              <a:rPr lang="en-IN" dirty="0"/>
              <a:t>    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spPrice</a:t>
            </a:r>
            <a:r>
              <a:rPr lang="en-IN" dirty="0"/>
              <a:t>, ',');</a:t>
            </a:r>
          </a:p>
          <a:p>
            <a:r>
              <a:rPr lang="en-IN" dirty="0"/>
              <a:t>    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spQty</a:t>
            </a:r>
            <a:r>
              <a:rPr lang="en-IN" dirty="0"/>
              <a:t>, ',');</a:t>
            </a:r>
          </a:p>
        </p:txBody>
      </p:sp>
    </p:spTree>
    <p:extLst>
      <p:ext uri="{BB962C8B-B14F-4D97-AF65-F5344CB8AC3E}">
        <p14:creationId xmlns:p14="http://schemas.microsoft.com/office/powerpoint/2010/main" val="10977319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D82C42-EA13-F0F9-94F9-909E869398CC}"/>
              </a:ext>
            </a:extLst>
          </p:cNvPr>
          <p:cNvSpPr txBox="1"/>
          <p:nvPr/>
        </p:nvSpPr>
        <p:spPr>
          <a:xfrm>
            <a:off x="322868" y="94810"/>
            <a:ext cx="11869132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spReorder</a:t>
            </a:r>
            <a:r>
              <a:rPr lang="en-IN" dirty="0"/>
              <a:t>, ',');</a:t>
            </a:r>
          </a:p>
          <a:p>
            <a:r>
              <a:rPr lang="en-IN" dirty="0"/>
              <a:t>    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spLastUpdate</a:t>
            </a:r>
            <a:r>
              <a:rPr lang="en-IN" dirty="0"/>
              <a:t>, ',');</a:t>
            </a:r>
          </a:p>
          <a:p>
            <a:r>
              <a:rPr lang="en-IN" dirty="0"/>
              <a:t>        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spStatus</a:t>
            </a:r>
            <a:r>
              <a:rPr lang="en-IN" dirty="0"/>
              <a:t>);</a:t>
            </a:r>
          </a:p>
          <a:p>
            <a:endParaRPr lang="en-IN" dirty="0"/>
          </a:p>
          <a:p>
            <a:r>
              <a:rPr lang="en-IN" dirty="0"/>
              <a:t>                if (</a:t>
            </a:r>
            <a:r>
              <a:rPr lang="en-IN" dirty="0" err="1"/>
              <a:t>spName</a:t>
            </a:r>
            <a:r>
              <a:rPr lang="en-IN" dirty="0"/>
              <a:t> == name &amp;&amp; </a:t>
            </a:r>
            <a:r>
              <a:rPr lang="en-IN" dirty="0" err="1"/>
              <a:t>spBrand</a:t>
            </a:r>
            <a:r>
              <a:rPr lang="en-IN" dirty="0"/>
              <a:t> == brand &amp;&amp;</a:t>
            </a:r>
          </a:p>
          <a:p>
            <a:r>
              <a:rPr lang="en-IN" dirty="0"/>
              <a:t>                    </a:t>
            </a:r>
            <a:r>
              <a:rPr lang="en-IN" dirty="0" err="1"/>
              <a:t>spCategory</a:t>
            </a:r>
            <a:r>
              <a:rPr lang="en-IN" dirty="0"/>
              <a:t> == category &amp;&amp; </a:t>
            </a:r>
            <a:r>
              <a:rPr lang="en-IN" dirty="0" err="1"/>
              <a:t>spModel</a:t>
            </a:r>
            <a:r>
              <a:rPr lang="en-IN" dirty="0"/>
              <a:t> == model &amp;&amp; </a:t>
            </a:r>
            <a:r>
              <a:rPr lang="en-IN" dirty="0" err="1"/>
              <a:t>spVariant</a:t>
            </a:r>
            <a:r>
              <a:rPr lang="en-IN" dirty="0"/>
              <a:t> == variant) {</a:t>
            </a:r>
          </a:p>
          <a:p>
            <a:endParaRPr lang="en-IN" dirty="0"/>
          </a:p>
          <a:p>
            <a:r>
              <a:rPr lang="en-IN" dirty="0"/>
              <a:t>                    matched = true;</a:t>
            </a:r>
          </a:p>
          <a:p>
            <a:r>
              <a:rPr lang="en-IN" dirty="0"/>
              <a:t>                    unsigned int </a:t>
            </a:r>
            <a:r>
              <a:rPr lang="en-IN" dirty="0" err="1"/>
              <a:t>supplierQty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spQty</a:t>
            </a:r>
            <a:r>
              <a:rPr lang="en-IN" dirty="0"/>
              <a:t>);</a:t>
            </a:r>
          </a:p>
          <a:p>
            <a:r>
              <a:rPr lang="en-IN" dirty="0"/>
              <a:t>                    unsigned int </a:t>
            </a:r>
            <a:r>
              <a:rPr lang="en-IN" dirty="0" err="1"/>
              <a:t>requestQty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(qty);</a:t>
            </a:r>
          </a:p>
          <a:p>
            <a:endParaRPr lang="en-IN" dirty="0"/>
          </a:p>
          <a:p>
            <a:r>
              <a:rPr lang="en-IN" dirty="0"/>
              <a:t>                    if (</a:t>
            </a:r>
            <a:r>
              <a:rPr lang="en-IN" dirty="0" err="1"/>
              <a:t>supplierQty</a:t>
            </a:r>
            <a:r>
              <a:rPr lang="en-IN" dirty="0"/>
              <a:t> &gt;= </a:t>
            </a:r>
            <a:r>
              <a:rPr lang="en-IN" dirty="0" err="1"/>
              <a:t>requestQty</a:t>
            </a:r>
            <a:r>
              <a:rPr lang="en-IN" dirty="0"/>
              <a:t>) {</a:t>
            </a:r>
          </a:p>
          <a:p>
            <a:r>
              <a:rPr lang="en-IN" dirty="0"/>
              <a:t>					    </a:t>
            </a:r>
            <a:r>
              <a:rPr lang="en-IN" dirty="0" err="1"/>
              <a:t>reqLine</a:t>
            </a:r>
            <a:r>
              <a:rPr lang="en-IN" dirty="0"/>
              <a:t> = </a:t>
            </a:r>
            <a:r>
              <a:rPr lang="en-IN" dirty="0" err="1"/>
              <a:t>requestId</a:t>
            </a:r>
            <a:r>
              <a:rPr lang="en-IN" dirty="0"/>
              <a:t> + "," + </a:t>
            </a:r>
            <a:r>
              <a:rPr lang="en-IN" dirty="0" err="1"/>
              <a:t>productId</a:t>
            </a:r>
            <a:r>
              <a:rPr lang="en-IN" dirty="0"/>
              <a:t> + "," + name + "," + brand + "," + category + "," + model + "," + price + "," + variant + "," + qty + "," + date + ",Supplied";</a:t>
            </a:r>
          </a:p>
          <a:p>
            <a:r>
              <a:rPr lang="en-IN" dirty="0"/>
              <a:t>					    </a:t>
            </a:r>
            <a:r>
              <a:rPr lang="en-IN" dirty="0" err="1"/>
              <a:t>sufficientQty</a:t>
            </a:r>
            <a:r>
              <a:rPr lang="en-IN" dirty="0"/>
              <a:t> = true;</a:t>
            </a:r>
          </a:p>
          <a:p>
            <a:r>
              <a:rPr lang="en-IN" dirty="0"/>
              <a:t>					</a:t>
            </a:r>
          </a:p>
          <a:p>
            <a:r>
              <a:rPr lang="en-IN" dirty="0"/>
              <a:t>					    vector&lt;string&gt; </a:t>
            </a:r>
            <a:r>
              <a:rPr lang="en-IN" dirty="0" err="1"/>
              <a:t>supplierLines</a:t>
            </a:r>
            <a:r>
              <a:rPr lang="en-IN" dirty="0"/>
              <a:t>;</a:t>
            </a:r>
          </a:p>
          <a:p>
            <a:r>
              <a:rPr lang="en-IN" dirty="0"/>
              <a:t>					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supplierIn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"\\supplier_products.txt");</a:t>
            </a:r>
          </a:p>
          <a:p>
            <a:r>
              <a:rPr lang="en-IN" dirty="0"/>
              <a:t>					    string </a:t>
            </a:r>
            <a:r>
              <a:rPr lang="en-IN" dirty="0" err="1"/>
              <a:t>sLine</a:t>
            </a:r>
            <a:r>
              <a:rPr lang="en-IN" dirty="0"/>
              <a:t>;</a:t>
            </a:r>
          </a:p>
          <a:p>
            <a:r>
              <a:rPr lang="en-IN" dirty="0"/>
              <a:t>					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supplierIn</a:t>
            </a:r>
            <a:r>
              <a:rPr lang="en-IN" dirty="0"/>
              <a:t>, </a:t>
            </a:r>
            <a:r>
              <a:rPr lang="en-IN" dirty="0" err="1"/>
              <a:t>sLine</a:t>
            </a:r>
            <a:r>
              <a:rPr lang="en-IN" dirty="0"/>
              <a:t>)) {</a:t>
            </a:r>
          </a:p>
          <a:p>
            <a:r>
              <a:rPr lang="en-IN" dirty="0"/>
              <a:t>					        </a:t>
            </a:r>
            <a:r>
              <a:rPr lang="en-IN" dirty="0" err="1"/>
              <a:t>stringstream</a:t>
            </a:r>
            <a:r>
              <a:rPr lang="en-IN" dirty="0"/>
              <a:t> </a:t>
            </a:r>
            <a:r>
              <a:rPr lang="en-IN" dirty="0" err="1"/>
              <a:t>sss</a:t>
            </a:r>
            <a:r>
              <a:rPr lang="en-IN" dirty="0"/>
              <a:t>(</a:t>
            </a:r>
            <a:r>
              <a:rPr lang="en-IN" dirty="0" err="1"/>
              <a:t>sLine</a:t>
            </a:r>
            <a:r>
              <a:rPr lang="en-IN" dirty="0"/>
              <a:t>);</a:t>
            </a:r>
          </a:p>
          <a:p>
            <a:r>
              <a:rPr lang="en-IN" dirty="0"/>
              <a:t>					        string </a:t>
            </a:r>
            <a:r>
              <a:rPr lang="en-IN" dirty="0" err="1"/>
              <a:t>spId</a:t>
            </a:r>
            <a:r>
              <a:rPr lang="en-IN" dirty="0"/>
              <a:t>, </a:t>
            </a:r>
            <a:r>
              <a:rPr lang="en-IN" dirty="0" err="1"/>
              <a:t>spName</a:t>
            </a:r>
            <a:r>
              <a:rPr lang="en-IN" dirty="0"/>
              <a:t>, </a:t>
            </a:r>
            <a:r>
              <a:rPr lang="en-IN" dirty="0" err="1"/>
              <a:t>spCategory</a:t>
            </a:r>
            <a:r>
              <a:rPr lang="en-IN" dirty="0"/>
              <a:t>, </a:t>
            </a:r>
            <a:r>
              <a:rPr lang="en-IN" dirty="0" err="1"/>
              <a:t>spBrand</a:t>
            </a:r>
            <a:r>
              <a:rPr lang="en-IN" dirty="0"/>
              <a:t>, </a:t>
            </a:r>
            <a:r>
              <a:rPr lang="en-IN" dirty="0" err="1"/>
              <a:t>spModel</a:t>
            </a:r>
            <a:r>
              <a:rPr lang="en-IN" dirty="0"/>
              <a:t>, </a:t>
            </a:r>
            <a:r>
              <a:rPr lang="en-IN" dirty="0" err="1"/>
              <a:t>spVariant</a:t>
            </a:r>
            <a:r>
              <a:rPr lang="en-IN" dirty="0"/>
              <a:t>, </a:t>
            </a:r>
            <a:r>
              <a:rPr lang="en-IN" dirty="0" err="1"/>
              <a:t>spPrice</a:t>
            </a:r>
            <a:r>
              <a:rPr lang="en-IN" dirty="0"/>
              <a:t>, </a:t>
            </a:r>
            <a:r>
              <a:rPr lang="en-IN" dirty="0" err="1"/>
              <a:t>spQty</a:t>
            </a:r>
            <a:r>
              <a:rPr lang="en-IN" dirty="0"/>
              <a:t>, </a:t>
            </a:r>
            <a:r>
              <a:rPr lang="en-IN" dirty="0" err="1"/>
              <a:t>spReorder</a:t>
            </a:r>
            <a:r>
              <a:rPr lang="en-IN" dirty="0"/>
              <a:t>, </a:t>
            </a:r>
            <a:r>
              <a:rPr lang="en-IN" dirty="0" err="1"/>
              <a:t>spLastUpdate</a:t>
            </a:r>
            <a:r>
              <a:rPr lang="en-IN" dirty="0"/>
              <a:t>, </a:t>
            </a:r>
            <a:r>
              <a:rPr lang="en-IN" dirty="0" err="1"/>
              <a:t>spStatus</a:t>
            </a:r>
            <a:r>
              <a:rPr lang="en-IN" dirty="0"/>
              <a:t>;</a:t>
            </a:r>
          </a:p>
          <a:p>
            <a:r>
              <a:rPr lang="en-IN" dirty="0"/>
              <a:t>					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spId</a:t>
            </a:r>
            <a:r>
              <a:rPr lang="en-IN" dirty="0"/>
              <a:t>, ',');</a:t>
            </a:r>
          </a:p>
          <a:p>
            <a:r>
              <a:rPr lang="en-IN" dirty="0"/>
              <a:t>					</a:t>
            </a:r>
          </a:p>
        </p:txBody>
      </p:sp>
    </p:spTree>
    <p:extLst>
      <p:ext uri="{BB962C8B-B14F-4D97-AF65-F5344CB8AC3E}">
        <p14:creationId xmlns:p14="http://schemas.microsoft.com/office/powerpoint/2010/main" val="35958578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215F524-0C62-1A15-8DB2-906D1099BA60}"/>
              </a:ext>
            </a:extLst>
          </p:cNvPr>
          <p:cNvSpPr txBox="1"/>
          <p:nvPr/>
        </p:nvSpPr>
        <p:spPr>
          <a:xfrm>
            <a:off x="275735" y="87486"/>
            <a:ext cx="11696306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spName</a:t>
            </a:r>
            <a:r>
              <a:rPr lang="en-IN" dirty="0"/>
              <a:t>, ',');</a:t>
            </a:r>
          </a:p>
          <a:p>
            <a:r>
              <a:rPr lang="en-IN" dirty="0"/>
              <a:t>					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spCategory</a:t>
            </a:r>
            <a:r>
              <a:rPr lang="en-IN" dirty="0"/>
              <a:t>, ',');</a:t>
            </a:r>
          </a:p>
          <a:p>
            <a:r>
              <a:rPr lang="en-IN" dirty="0"/>
              <a:t>					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spBrand</a:t>
            </a:r>
            <a:r>
              <a:rPr lang="en-IN" dirty="0"/>
              <a:t>, ',');</a:t>
            </a:r>
          </a:p>
          <a:p>
            <a:r>
              <a:rPr lang="en-IN" dirty="0"/>
              <a:t>					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spModel</a:t>
            </a:r>
            <a:r>
              <a:rPr lang="en-IN" dirty="0"/>
              <a:t>, ',');</a:t>
            </a:r>
          </a:p>
          <a:p>
            <a:r>
              <a:rPr lang="en-IN" dirty="0"/>
              <a:t>					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spVariant</a:t>
            </a:r>
            <a:r>
              <a:rPr lang="en-IN" dirty="0"/>
              <a:t>, ',');</a:t>
            </a:r>
          </a:p>
          <a:p>
            <a:r>
              <a:rPr lang="en-IN" dirty="0"/>
              <a:t>					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spPrice</a:t>
            </a:r>
            <a:r>
              <a:rPr lang="en-IN" dirty="0"/>
              <a:t>, ',');</a:t>
            </a:r>
          </a:p>
          <a:p>
            <a:r>
              <a:rPr lang="en-IN" dirty="0"/>
              <a:t>					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spQty</a:t>
            </a:r>
            <a:r>
              <a:rPr lang="en-IN" dirty="0"/>
              <a:t>, ',');</a:t>
            </a:r>
          </a:p>
          <a:p>
            <a:r>
              <a:rPr lang="en-IN" dirty="0"/>
              <a:t>					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spReorder</a:t>
            </a:r>
            <a:r>
              <a:rPr lang="en-IN" dirty="0"/>
              <a:t>, ',');</a:t>
            </a:r>
          </a:p>
          <a:p>
            <a:r>
              <a:rPr lang="en-IN" dirty="0"/>
              <a:t>					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spLastUpdate</a:t>
            </a:r>
            <a:r>
              <a:rPr lang="en-IN" dirty="0"/>
              <a:t>, ',');</a:t>
            </a:r>
          </a:p>
          <a:p>
            <a:r>
              <a:rPr lang="en-IN" dirty="0"/>
              <a:t>					        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sss</a:t>
            </a:r>
            <a:r>
              <a:rPr lang="en-IN" dirty="0"/>
              <a:t>, </a:t>
            </a:r>
            <a:r>
              <a:rPr lang="en-IN" dirty="0" err="1"/>
              <a:t>spStatus</a:t>
            </a:r>
            <a:r>
              <a:rPr lang="en-IN" dirty="0"/>
              <a:t>);</a:t>
            </a:r>
          </a:p>
          <a:p>
            <a:r>
              <a:rPr lang="en-IN" dirty="0"/>
              <a:t>					</a:t>
            </a:r>
          </a:p>
          <a:p>
            <a:r>
              <a:rPr lang="en-IN" dirty="0"/>
              <a:t>					        if (</a:t>
            </a:r>
            <a:r>
              <a:rPr lang="en-IN" dirty="0" err="1"/>
              <a:t>spName</a:t>
            </a:r>
            <a:r>
              <a:rPr lang="en-IN" dirty="0"/>
              <a:t> == name &amp;&amp; </a:t>
            </a:r>
            <a:r>
              <a:rPr lang="en-IN" dirty="0" err="1"/>
              <a:t>spBrand</a:t>
            </a:r>
            <a:r>
              <a:rPr lang="en-IN" dirty="0"/>
              <a:t> == brand &amp;&amp;</a:t>
            </a:r>
          </a:p>
          <a:p>
            <a:r>
              <a:rPr lang="en-IN" dirty="0"/>
              <a:t>					            </a:t>
            </a:r>
            <a:r>
              <a:rPr lang="en-IN" dirty="0" err="1"/>
              <a:t>spCategory</a:t>
            </a:r>
            <a:r>
              <a:rPr lang="en-IN" dirty="0"/>
              <a:t> == category &amp;&amp; </a:t>
            </a:r>
            <a:r>
              <a:rPr lang="en-IN" dirty="0" err="1"/>
              <a:t>spModel</a:t>
            </a:r>
            <a:r>
              <a:rPr lang="en-IN" dirty="0"/>
              <a:t> == model &amp;&amp; </a:t>
            </a:r>
            <a:r>
              <a:rPr lang="en-IN" dirty="0" err="1"/>
              <a:t>spVariant</a:t>
            </a:r>
            <a:r>
              <a:rPr lang="en-IN" dirty="0"/>
              <a:t> == variant) {</a:t>
            </a:r>
          </a:p>
          <a:p>
            <a:r>
              <a:rPr lang="en-IN" dirty="0"/>
              <a:t>					            unsigned int </a:t>
            </a:r>
            <a:r>
              <a:rPr lang="en-IN" dirty="0" err="1"/>
              <a:t>newQty</a:t>
            </a:r>
            <a:r>
              <a:rPr lang="en-IN" dirty="0"/>
              <a:t> = </a:t>
            </a:r>
            <a:r>
              <a:rPr lang="en-IN" dirty="0" err="1"/>
              <a:t>stoi</a:t>
            </a:r>
            <a:r>
              <a:rPr lang="en-IN" dirty="0"/>
              <a:t>(</a:t>
            </a:r>
            <a:r>
              <a:rPr lang="en-IN" dirty="0" err="1"/>
              <a:t>spQty</a:t>
            </a:r>
            <a:r>
              <a:rPr lang="en-IN" dirty="0"/>
              <a:t>) - </a:t>
            </a:r>
            <a:r>
              <a:rPr lang="en-IN" dirty="0" err="1"/>
              <a:t>requestQty</a:t>
            </a:r>
            <a:r>
              <a:rPr lang="en-IN" dirty="0"/>
              <a:t>;</a:t>
            </a:r>
          </a:p>
          <a:p>
            <a:r>
              <a:rPr lang="en-IN" dirty="0"/>
              <a:t>					            </a:t>
            </a:r>
            <a:r>
              <a:rPr lang="en-IN" dirty="0" err="1"/>
              <a:t>sLine</a:t>
            </a:r>
            <a:r>
              <a:rPr lang="en-IN" dirty="0"/>
              <a:t> = </a:t>
            </a:r>
            <a:r>
              <a:rPr lang="en-IN" dirty="0" err="1"/>
              <a:t>spId</a:t>
            </a:r>
            <a:r>
              <a:rPr lang="en-IN" dirty="0"/>
              <a:t> + "," + </a:t>
            </a:r>
            <a:r>
              <a:rPr lang="en-IN" dirty="0" err="1"/>
              <a:t>spName</a:t>
            </a:r>
            <a:r>
              <a:rPr lang="en-IN" dirty="0"/>
              <a:t> + "," + </a:t>
            </a:r>
            <a:r>
              <a:rPr lang="en-IN" dirty="0" err="1"/>
              <a:t>spCategory</a:t>
            </a:r>
            <a:r>
              <a:rPr lang="en-IN" dirty="0"/>
              <a:t> + "," + </a:t>
            </a:r>
            <a:r>
              <a:rPr lang="en-IN" dirty="0" err="1"/>
              <a:t>spBrand</a:t>
            </a:r>
            <a:r>
              <a:rPr lang="en-IN" dirty="0"/>
              <a:t> + "," + </a:t>
            </a:r>
            <a:r>
              <a:rPr lang="en-IN" dirty="0" err="1"/>
              <a:t>spModel</a:t>
            </a:r>
            <a:r>
              <a:rPr lang="en-IN" dirty="0"/>
              <a:t> + "," +</a:t>
            </a:r>
          </a:p>
          <a:p>
            <a:r>
              <a:rPr lang="en-IN" dirty="0"/>
              <a:t>					                    </a:t>
            </a:r>
            <a:r>
              <a:rPr lang="en-IN" dirty="0" err="1"/>
              <a:t>spVariant</a:t>
            </a:r>
            <a:r>
              <a:rPr lang="en-IN" dirty="0"/>
              <a:t> + "," + </a:t>
            </a:r>
            <a:r>
              <a:rPr lang="en-IN" dirty="0" err="1"/>
              <a:t>spPrice</a:t>
            </a:r>
            <a:r>
              <a:rPr lang="en-IN" dirty="0"/>
              <a:t> + "," + </a:t>
            </a:r>
            <a:r>
              <a:rPr lang="en-IN" dirty="0" err="1"/>
              <a:t>to_string</a:t>
            </a:r>
            <a:r>
              <a:rPr lang="en-IN" dirty="0"/>
              <a:t>(</a:t>
            </a:r>
            <a:r>
              <a:rPr lang="en-IN" dirty="0" err="1"/>
              <a:t>newQty</a:t>
            </a:r>
            <a:r>
              <a:rPr lang="en-IN" dirty="0"/>
              <a:t>) + "," + </a:t>
            </a:r>
            <a:r>
              <a:rPr lang="en-IN" dirty="0" err="1"/>
              <a:t>spReorder</a:t>
            </a:r>
            <a:r>
              <a:rPr lang="en-IN" dirty="0"/>
              <a:t> + "," +</a:t>
            </a:r>
          </a:p>
          <a:p>
            <a:r>
              <a:rPr lang="en-IN" dirty="0"/>
              <a:t>					                    </a:t>
            </a:r>
            <a:r>
              <a:rPr lang="en-IN" dirty="0" err="1"/>
              <a:t>spLastUpdate</a:t>
            </a:r>
            <a:r>
              <a:rPr lang="en-IN" dirty="0"/>
              <a:t> + "," + </a:t>
            </a:r>
            <a:r>
              <a:rPr lang="en-IN" dirty="0" err="1"/>
              <a:t>spStatus</a:t>
            </a:r>
            <a:r>
              <a:rPr lang="en-IN" dirty="0"/>
              <a:t>;</a:t>
            </a:r>
          </a:p>
          <a:p>
            <a:r>
              <a:rPr lang="en-IN" dirty="0"/>
              <a:t>					        }</a:t>
            </a:r>
          </a:p>
          <a:p>
            <a:r>
              <a:rPr lang="en-IN" dirty="0"/>
              <a:t>					        </a:t>
            </a:r>
            <a:r>
              <a:rPr lang="en-IN" dirty="0" err="1"/>
              <a:t>supplierLines.push_back</a:t>
            </a:r>
            <a:r>
              <a:rPr lang="en-IN" dirty="0"/>
              <a:t>(</a:t>
            </a:r>
            <a:r>
              <a:rPr lang="en-IN" dirty="0" err="1"/>
              <a:t>sLine</a:t>
            </a:r>
            <a:r>
              <a:rPr lang="en-IN" dirty="0"/>
              <a:t>);</a:t>
            </a:r>
          </a:p>
          <a:p>
            <a:r>
              <a:rPr lang="en-IN" dirty="0"/>
              <a:t>					    }</a:t>
            </a:r>
          </a:p>
          <a:p>
            <a:r>
              <a:rPr lang="en-IN" dirty="0"/>
              <a:t>					    </a:t>
            </a:r>
            <a:r>
              <a:rPr lang="en-IN" dirty="0" err="1"/>
              <a:t>supplierIn.close</a:t>
            </a:r>
            <a:r>
              <a:rPr lang="en-IN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19501631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66EEF7E-8E13-9642-EAFC-759DF92547EF}"/>
              </a:ext>
            </a:extLst>
          </p:cNvPr>
          <p:cNvSpPr txBox="1"/>
          <p:nvPr/>
        </p:nvSpPr>
        <p:spPr>
          <a:xfrm>
            <a:off x="294587" y="170064"/>
            <a:ext cx="11696307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supplierOut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"\\supplier_products.txt");</a:t>
            </a:r>
          </a:p>
          <a:p>
            <a:r>
              <a:rPr lang="en-IN" dirty="0"/>
              <a:t>					    for (auto &amp;</a:t>
            </a:r>
            <a:r>
              <a:rPr lang="en-IN" dirty="0" err="1"/>
              <a:t>sl</a:t>
            </a:r>
            <a:r>
              <a:rPr lang="en-IN" dirty="0"/>
              <a:t> : </a:t>
            </a:r>
            <a:r>
              <a:rPr lang="en-IN" dirty="0" err="1"/>
              <a:t>supplierLines</a:t>
            </a:r>
            <a:r>
              <a:rPr lang="en-IN" dirty="0"/>
              <a:t>) {</a:t>
            </a:r>
          </a:p>
          <a:p>
            <a:r>
              <a:rPr lang="en-IN" dirty="0"/>
              <a:t>					        </a:t>
            </a:r>
            <a:r>
              <a:rPr lang="en-IN" dirty="0" err="1"/>
              <a:t>supplierOut</a:t>
            </a:r>
            <a:r>
              <a:rPr lang="en-IN" dirty="0"/>
              <a:t> &lt;&lt; </a:t>
            </a:r>
            <a:r>
              <a:rPr lang="en-IN" dirty="0" err="1"/>
              <a:t>sl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			    }</a:t>
            </a:r>
          </a:p>
          <a:p>
            <a:r>
              <a:rPr lang="en-IN" dirty="0"/>
              <a:t>					    </a:t>
            </a:r>
            <a:r>
              <a:rPr lang="en-IN" dirty="0" err="1"/>
              <a:t>supplierOut.close</a:t>
            </a:r>
            <a:r>
              <a:rPr lang="en-IN" dirty="0"/>
              <a:t>();</a:t>
            </a:r>
          </a:p>
          <a:p>
            <a:r>
              <a:rPr lang="en-IN" dirty="0"/>
              <a:t>					}</a:t>
            </a:r>
          </a:p>
          <a:p>
            <a:r>
              <a:rPr lang="en-IN" dirty="0"/>
              <a:t>                    break;</a:t>
            </a:r>
          </a:p>
          <a:p>
            <a:r>
              <a:rPr lang="en-IN" dirty="0"/>
              <a:t>                }</a:t>
            </a:r>
          </a:p>
          <a:p>
            <a:r>
              <a:rPr lang="en-IN" dirty="0"/>
              <a:t>            }</a:t>
            </a:r>
          </a:p>
          <a:p>
            <a:r>
              <a:rPr lang="en-IN" dirty="0"/>
              <a:t>            </a:t>
            </a:r>
            <a:r>
              <a:rPr lang="en-IN" dirty="0" err="1"/>
              <a:t>supplierFile.close</a:t>
            </a:r>
            <a:r>
              <a:rPr lang="en-IN" dirty="0"/>
              <a:t>();</a:t>
            </a:r>
          </a:p>
          <a:p>
            <a:endParaRPr lang="en-IN" dirty="0"/>
          </a:p>
          <a:p>
            <a:r>
              <a:rPr lang="en-IN" dirty="0"/>
              <a:t>            if (!matched || !</a:t>
            </a:r>
            <a:r>
              <a:rPr lang="en-IN" dirty="0" err="1"/>
              <a:t>sufficientQty</a:t>
            </a:r>
            <a:r>
              <a:rPr lang="en-IN" dirty="0"/>
              <a:t>) {</a:t>
            </a:r>
          </a:p>
          <a:p>
            <a:r>
              <a:rPr lang="en-IN" dirty="0"/>
              <a:t>			    </a:t>
            </a:r>
            <a:r>
              <a:rPr lang="en-IN" dirty="0" err="1"/>
              <a:t>reqLine</a:t>
            </a:r>
            <a:r>
              <a:rPr lang="en-IN" dirty="0"/>
              <a:t> = </a:t>
            </a:r>
            <a:r>
              <a:rPr lang="en-IN" dirty="0" err="1"/>
              <a:t>requestId</a:t>
            </a:r>
            <a:r>
              <a:rPr lang="en-IN" dirty="0"/>
              <a:t> + "," + </a:t>
            </a:r>
            <a:r>
              <a:rPr lang="en-IN" dirty="0" err="1"/>
              <a:t>productId</a:t>
            </a:r>
            <a:r>
              <a:rPr lang="en-IN" dirty="0"/>
              <a:t> + "," + name + "," + brand + "," + category + "," + model + "," + price + "," + variant + "," + qty + "," + date + ",Rejected";</a:t>
            </a:r>
          </a:p>
          <a:p>
            <a:r>
              <a:rPr lang="en-IN" dirty="0"/>
              <a:t>			</a:t>
            </a:r>
          </a:p>
          <a:p>
            <a:r>
              <a:rPr lang="en-IN" dirty="0"/>
              <a:t>			    vector&lt;string&gt; </a:t>
            </a:r>
            <a:r>
              <a:rPr lang="en-IN" dirty="0" err="1"/>
              <a:t>salesLines</a:t>
            </a:r>
            <a:r>
              <a:rPr lang="en-IN" dirty="0"/>
              <a:t>;</a:t>
            </a:r>
          </a:p>
          <a:p>
            <a:r>
              <a:rPr lang="en-IN" dirty="0"/>
              <a:t>			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salesIn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"\\sales_request.txt");</a:t>
            </a:r>
          </a:p>
          <a:p>
            <a:r>
              <a:rPr lang="en-IN" dirty="0"/>
              <a:t>			    string </a:t>
            </a:r>
            <a:r>
              <a:rPr lang="en-IN" dirty="0" err="1"/>
              <a:t>sLine</a:t>
            </a:r>
            <a:r>
              <a:rPr lang="en-IN" dirty="0"/>
              <a:t>;</a:t>
            </a:r>
          </a:p>
          <a:p>
            <a:r>
              <a:rPr lang="en-IN" dirty="0"/>
              <a:t>			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salesIn</a:t>
            </a:r>
            <a:r>
              <a:rPr lang="en-IN" dirty="0"/>
              <a:t>, </a:t>
            </a:r>
            <a:r>
              <a:rPr lang="en-IN" dirty="0" err="1"/>
              <a:t>sLine</a:t>
            </a:r>
            <a:r>
              <a:rPr lang="en-IN" dirty="0"/>
              <a:t>)) {</a:t>
            </a:r>
          </a:p>
          <a:p>
            <a:r>
              <a:rPr lang="en-IN" dirty="0"/>
              <a:t>			        </a:t>
            </a:r>
            <a:r>
              <a:rPr lang="en-IN" dirty="0" err="1"/>
              <a:t>stringstream</a:t>
            </a:r>
            <a:r>
              <a:rPr lang="en-IN" dirty="0"/>
              <a:t> ss(</a:t>
            </a:r>
            <a:r>
              <a:rPr lang="en-IN" dirty="0" err="1"/>
              <a:t>sLine</a:t>
            </a:r>
            <a:r>
              <a:rPr lang="en-IN" dirty="0"/>
              <a:t>);</a:t>
            </a:r>
          </a:p>
          <a:p>
            <a:r>
              <a:rPr lang="en-IN" dirty="0"/>
              <a:t>			        string </a:t>
            </a:r>
            <a:r>
              <a:rPr lang="en-IN" dirty="0" err="1"/>
              <a:t>srId</a:t>
            </a:r>
            <a:r>
              <a:rPr lang="en-IN" dirty="0"/>
              <a:t>, </a:t>
            </a:r>
            <a:r>
              <a:rPr lang="en-IN" dirty="0" err="1"/>
              <a:t>spId</a:t>
            </a:r>
            <a:r>
              <a:rPr lang="en-IN" dirty="0"/>
              <a:t>, </a:t>
            </a:r>
            <a:r>
              <a:rPr lang="en-IN" dirty="0" err="1"/>
              <a:t>sQty</a:t>
            </a:r>
            <a:r>
              <a:rPr lang="en-IN" dirty="0"/>
              <a:t>, </a:t>
            </a:r>
            <a:r>
              <a:rPr lang="en-IN" dirty="0" err="1"/>
              <a:t>sDate</a:t>
            </a:r>
            <a:r>
              <a:rPr lang="en-IN" dirty="0"/>
              <a:t>, </a:t>
            </a:r>
            <a:r>
              <a:rPr lang="en-IN" dirty="0" err="1"/>
              <a:t>sStatus</a:t>
            </a:r>
            <a:r>
              <a:rPr lang="en-IN" dirty="0"/>
              <a:t>;</a:t>
            </a:r>
          </a:p>
          <a:p>
            <a:r>
              <a:rPr lang="en-IN" dirty="0"/>
              <a:t>			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srId</a:t>
            </a:r>
            <a:r>
              <a:rPr lang="en-IN" dirty="0"/>
              <a:t>, ',');</a:t>
            </a:r>
          </a:p>
          <a:p>
            <a:r>
              <a:rPr lang="en-IN" dirty="0"/>
              <a:t>			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spId</a:t>
            </a:r>
            <a:r>
              <a:rPr lang="en-IN" dirty="0"/>
              <a:t>, ',');</a:t>
            </a:r>
          </a:p>
          <a:p>
            <a:r>
              <a:rPr lang="en-IN" dirty="0"/>
              <a:t>			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sQty</a:t>
            </a:r>
            <a:r>
              <a:rPr lang="en-IN" dirty="0"/>
              <a:t>, ',');</a:t>
            </a:r>
          </a:p>
          <a:p>
            <a:r>
              <a:rPr lang="en-IN" dirty="0"/>
              <a:t>			</a:t>
            </a:r>
          </a:p>
        </p:txBody>
      </p:sp>
    </p:spTree>
    <p:extLst>
      <p:ext uri="{BB962C8B-B14F-4D97-AF65-F5344CB8AC3E}">
        <p14:creationId xmlns:p14="http://schemas.microsoft.com/office/powerpoint/2010/main" val="269080416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9E45BF-0EC3-25A2-CAB3-E2FA1D922E43}"/>
              </a:ext>
            </a:extLst>
          </p:cNvPr>
          <p:cNvSpPr txBox="1"/>
          <p:nvPr/>
        </p:nvSpPr>
        <p:spPr>
          <a:xfrm>
            <a:off x="351148" y="155498"/>
            <a:ext cx="11517197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sDate</a:t>
            </a:r>
            <a:r>
              <a:rPr lang="en-IN" dirty="0"/>
              <a:t>, ',');</a:t>
            </a:r>
          </a:p>
          <a:p>
            <a:r>
              <a:rPr lang="en-IN" dirty="0"/>
              <a:t>			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sStatus</a:t>
            </a:r>
            <a:r>
              <a:rPr lang="en-IN" dirty="0"/>
              <a:t>, ',');</a:t>
            </a:r>
          </a:p>
          <a:p>
            <a:r>
              <a:rPr lang="en-IN" dirty="0"/>
              <a:t>			</a:t>
            </a:r>
          </a:p>
          <a:p>
            <a:r>
              <a:rPr lang="en-IN" dirty="0"/>
              <a:t>			        if (</a:t>
            </a:r>
            <a:r>
              <a:rPr lang="en-IN" dirty="0" err="1"/>
              <a:t>srId</a:t>
            </a:r>
            <a:r>
              <a:rPr lang="en-IN" dirty="0"/>
              <a:t> == </a:t>
            </a:r>
            <a:r>
              <a:rPr lang="en-IN" dirty="0" err="1"/>
              <a:t>requestId</a:t>
            </a:r>
            <a:r>
              <a:rPr lang="en-IN" dirty="0"/>
              <a:t> &amp;&amp; </a:t>
            </a:r>
            <a:r>
              <a:rPr lang="en-IN" dirty="0" err="1"/>
              <a:t>spId</a:t>
            </a:r>
            <a:r>
              <a:rPr lang="en-IN" dirty="0"/>
              <a:t> == </a:t>
            </a:r>
            <a:r>
              <a:rPr lang="en-IN" dirty="0" err="1"/>
              <a:t>productId</a:t>
            </a:r>
            <a:r>
              <a:rPr lang="en-IN" dirty="0"/>
              <a:t> &amp;&amp; </a:t>
            </a:r>
            <a:r>
              <a:rPr lang="en-IN" dirty="0" err="1"/>
              <a:t>sQty</a:t>
            </a:r>
            <a:r>
              <a:rPr lang="en-IN" dirty="0"/>
              <a:t> == qty) </a:t>
            </a:r>
            <a:r>
              <a:rPr lang="en-IN" dirty="0" err="1"/>
              <a:t>sLine</a:t>
            </a:r>
            <a:r>
              <a:rPr lang="en-IN" dirty="0"/>
              <a:t> = </a:t>
            </a:r>
            <a:r>
              <a:rPr lang="en-IN" dirty="0" err="1"/>
              <a:t>srId</a:t>
            </a:r>
            <a:r>
              <a:rPr lang="en-IN" dirty="0"/>
              <a:t> + "," + </a:t>
            </a:r>
            <a:r>
              <a:rPr lang="en-IN" dirty="0" err="1"/>
              <a:t>spId</a:t>
            </a:r>
            <a:r>
              <a:rPr lang="en-IN" dirty="0"/>
              <a:t> + "," + </a:t>
            </a:r>
            <a:r>
              <a:rPr lang="en-IN" dirty="0" err="1"/>
              <a:t>sQty</a:t>
            </a:r>
            <a:r>
              <a:rPr lang="en-IN" dirty="0"/>
              <a:t> + "," + </a:t>
            </a:r>
            <a:r>
              <a:rPr lang="en-IN" dirty="0" err="1"/>
              <a:t>sDate</a:t>
            </a:r>
            <a:r>
              <a:rPr lang="en-IN" dirty="0"/>
              <a:t> + ",Rejected";</a:t>
            </a:r>
          </a:p>
          <a:p>
            <a:r>
              <a:rPr lang="en-IN" dirty="0"/>
              <a:t>			        </a:t>
            </a:r>
            <a:r>
              <a:rPr lang="en-IN" dirty="0" err="1"/>
              <a:t>salesLines.push_back</a:t>
            </a:r>
            <a:r>
              <a:rPr lang="en-IN" dirty="0"/>
              <a:t>(</a:t>
            </a:r>
            <a:r>
              <a:rPr lang="en-IN" dirty="0" err="1"/>
              <a:t>sLine</a:t>
            </a:r>
            <a:r>
              <a:rPr lang="en-IN" dirty="0"/>
              <a:t>);</a:t>
            </a:r>
          </a:p>
          <a:p>
            <a:r>
              <a:rPr lang="en-IN" dirty="0"/>
              <a:t>			    }</a:t>
            </a:r>
          </a:p>
          <a:p>
            <a:r>
              <a:rPr lang="en-IN" dirty="0"/>
              <a:t>			    </a:t>
            </a:r>
            <a:r>
              <a:rPr lang="en-IN" dirty="0" err="1"/>
              <a:t>salesIn.close</a:t>
            </a:r>
            <a:r>
              <a:rPr lang="en-IN" dirty="0"/>
              <a:t>();</a:t>
            </a:r>
          </a:p>
          <a:p>
            <a:r>
              <a:rPr lang="en-IN" dirty="0"/>
              <a:t>			</a:t>
            </a:r>
          </a:p>
          <a:p>
            <a:r>
              <a:rPr lang="en-IN" dirty="0"/>
              <a:t>			    </a:t>
            </a:r>
            <a:r>
              <a:rPr lang="en-IN" dirty="0" err="1"/>
              <a:t>ofstream</a:t>
            </a:r>
            <a:r>
              <a:rPr lang="en-IN" dirty="0"/>
              <a:t> </a:t>
            </a:r>
            <a:r>
              <a:rPr lang="en-IN" dirty="0" err="1"/>
              <a:t>salesOut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"\\sales_request.txt");</a:t>
            </a:r>
          </a:p>
          <a:p>
            <a:r>
              <a:rPr lang="en-IN" dirty="0"/>
              <a:t>			    for (auto &amp;</a:t>
            </a:r>
            <a:r>
              <a:rPr lang="en-IN" dirty="0" err="1"/>
              <a:t>sl</a:t>
            </a:r>
            <a:r>
              <a:rPr lang="en-IN" dirty="0"/>
              <a:t> : </a:t>
            </a:r>
            <a:r>
              <a:rPr lang="en-IN" dirty="0" err="1"/>
              <a:t>salesLines</a:t>
            </a:r>
            <a:r>
              <a:rPr lang="en-IN" dirty="0"/>
              <a:t>) </a:t>
            </a:r>
            <a:r>
              <a:rPr lang="en-IN" dirty="0" err="1"/>
              <a:t>salesOut</a:t>
            </a:r>
            <a:r>
              <a:rPr lang="en-IN" dirty="0"/>
              <a:t> &lt;&lt; </a:t>
            </a:r>
            <a:r>
              <a:rPr lang="en-IN" dirty="0" err="1"/>
              <a:t>sl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			    </a:t>
            </a:r>
            <a:r>
              <a:rPr lang="en-IN" dirty="0" err="1"/>
              <a:t>salesOut.close</a:t>
            </a:r>
            <a:r>
              <a:rPr lang="en-IN" dirty="0"/>
              <a:t>();</a:t>
            </a:r>
          </a:p>
          <a:p>
            <a:r>
              <a:rPr lang="en-IN" dirty="0"/>
              <a:t>			}</a:t>
            </a:r>
          </a:p>
          <a:p>
            <a:endParaRPr lang="en-IN" dirty="0"/>
          </a:p>
          <a:p>
            <a:r>
              <a:rPr lang="en-IN" dirty="0"/>
              <a:t>            found = true;</a:t>
            </a:r>
          </a:p>
          <a:p>
            <a:r>
              <a:rPr lang="en-IN" dirty="0"/>
              <a:t>            break;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1977364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20AB29-18E1-C660-5715-4A85AD91D995}"/>
              </a:ext>
            </a:extLst>
          </p:cNvPr>
          <p:cNvSpPr txBox="1"/>
          <p:nvPr/>
        </p:nvSpPr>
        <p:spPr>
          <a:xfrm>
            <a:off x="266232" y="322382"/>
            <a:ext cx="3881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1.4.3 View Supply History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9CA11-EE58-93D7-C72F-4EEB8862D7AF}"/>
              </a:ext>
            </a:extLst>
          </p:cNvPr>
          <p:cNvSpPr txBox="1"/>
          <p:nvPr/>
        </p:nvSpPr>
        <p:spPr>
          <a:xfrm>
            <a:off x="351148" y="738521"/>
            <a:ext cx="11724587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Supplier::</a:t>
            </a:r>
            <a:r>
              <a:rPr lang="en-IN" dirty="0" err="1"/>
              <a:t>productHistory</a:t>
            </a:r>
            <a:r>
              <a:rPr lang="en-IN" dirty="0"/>
              <a:t>(){</a:t>
            </a:r>
          </a:p>
          <a:p>
            <a:r>
              <a:rPr lang="en-IN" dirty="0"/>
              <a:t>    bool found = false;</a:t>
            </a:r>
          </a:p>
          <a:p>
            <a:r>
              <a:rPr lang="en-IN" dirty="0"/>
              <a:t>    </a:t>
            </a:r>
            <a:r>
              <a:rPr lang="en-IN" dirty="0" err="1"/>
              <a:t>ifstream</a:t>
            </a:r>
            <a:r>
              <a:rPr lang="en-IN" dirty="0"/>
              <a:t> </a:t>
            </a:r>
            <a:r>
              <a:rPr lang="en-IN" dirty="0" err="1"/>
              <a:t>RequestOfProducts</a:t>
            </a:r>
            <a:r>
              <a:rPr lang="en-IN" dirty="0"/>
              <a:t>(</a:t>
            </a:r>
            <a:r>
              <a:rPr lang="en-IN" dirty="0" err="1"/>
              <a:t>basePath</a:t>
            </a:r>
            <a:r>
              <a:rPr lang="en-IN" dirty="0"/>
              <a:t> + "\\request_to_suppler.txt");</a:t>
            </a:r>
          </a:p>
          <a:p>
            <a:r>
              <a:rPr lang="en-IN" dirty="0"/>
              <a:t>    string row;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(115) &lt;&lt; " || Supplied Product list || ";</a:t>
            </a:r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 </a:t>
            </a:r>
          </a:p>
          <a:p>
            <a:r>
              <a:rPr lang="en-IN" dirty="0"/>
              <a:t>         &lt;&lt; "</a:t>
            </a:r>
            <a:r>
              <a:rPr lang="en-IN" dirty="0" err="1"/>
              <a:t>RequestID</a:t>
            </a:r>
            <a:r>
              <a:rPr lang="en-IN" dirty="0"/>
              <a:t>\t\</a:t>
            </a:r>
            <a:r>
              <a:rPr lang="en-IN" dirty="0" err="1"/>
              <a:t>tProductID</a:t>
            </a:r>
            <a:r>
              <a:rPr lang="en-IN" dirty="0"/>
              <a:t>\</a:t>
            </a:r>
            <a:r>
              <a:rPr lang="en-IN" dirty="0" err="1"/>
              <a:t>tName</a:t>
            </a:r>
            <a:r>
              <a:rPr lang="en-IN" dirty="0"/>
              <a:t>\t\</a:t>
            </a:r>
            <a:r>
              <a:rPr lang="en-IN" dirty="0" err="1"/>
              <a:t>tBrand</a:t>
            </a:r>
            <a:r>
              <a:rPr lang="en-IN" dirty="0"/>
              <a:t>\t\</a:t>
            </a:r>
            <a:r>
              <a:rPr lang="en-IN" dirty="0" err="1"/>
              <a:t>tCategory</a:t>
            </a:r>
            <a:r>
              <a:rPr lang="en-IN" dirty="0"/>
              <a:t>\</a:t>
            </a:r>
            <a:r>
              <a:rPr lang="en-IN" dirty="0" err="1"/>
              <a:t>tCar</a:t>
            </a:r>
            <a:r>
              <a:rPr lang="en-IN" dirty="0"/>
              <a:t> Model\t\</a:t>
            </a:r>
            <a:r>
              <a:rPr lang="en-IN" dirty="0" err="1"/>
              <a:t>tPrice</a:t>
            </a:r>
            <a:r>
              <a:rPr lang="en-IN" dirty="0"/>
              <a:t>\t\</a:t>
            </a:r>
            <a:r>
              <a:rPr lang="en-IN" dirty="0" err="1"/>
              <a:t>tVariant</a:t>
            </a:r>
            <a:r>
              <a:rPr lang="en-IN" dirty="0"/>
              <a:t>\t\</a:t>
            </a:r>
            <a:r>
              <a:rPr lang="en-IN" dirty="0" err="1"/>
              <a:t>tQuantity</a:t>
            </a:r>
            <a:r>
              <a:rPr lang="en-IN" dirty="0"/>
              <a:t>\t\</a:t>
            </a:r>
            <a:r>
              <a:rPr lang="en-IN" dirty="0" err="1"/>
              <a:t>tDate</a:t>
            </a:r>
            <a:r>
              <a:rPr lang="en-IN" dirty="0"/>
              <a:t>\</a:t>
            </a:r>
            <a:r>
              <a:rPr lang="en-IN" dirty="0" err="1"/>
              <a:t>tStatus</a:t>
            </a:r>
            <a:r>
              <a:rPr lang="en-IN" dirty="0"/>
              <a:t>" </a:t>
            </a:r>
          </a:p>
          <a:p>
            <a:r>
              <a:rPr lang="en-IN" dirty="0"/>
              <a:t>        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line(210, "-");</a:t>
            </a:r>
          </a:p>
          <a:p>
            <a:endParaRPr lang="en-IN" dirty="0"/>
          </a:p>
          <a:p>
            <a:r>
              <a:rPr lang="en-IN" dirty="0"/>
              <a:t>    while (</a:t>
            </a:r>
            <a:r>
              <a:rPr lang="en-IN" dirty="0" err="1"/>
              <a:t>getline</a:t>
            </a:r>
            <a:r>
              <a:rPr lang="en-IN" dirty="0"/>
              <a:t>(</a:t>
            </a:r>
            <a:r>
              <a:rPr lang="en-IN" dirty="0" err="1"/>
              <a:t>RequestOfProducts</a:t>
            </a:r>
            <a:r>
              <a:rPr lang="en-IN" dirty="0"/>
              <a:t>, row)) {</a:t>
            </a:r>
          </a:p>
          <a:p>
            <a:r>
              <a:rPr lang="en-IN" dirty="0"/>
              <a:t>        </a:t>
            </a:r>
            <a:r>
              <a:rPr lang="en-IN" dirty="0" err="1"/>
              <a:t>stringstream</a:t>
            </a:r>
            <a:r>
              <a:rPr lang="en-IN" dirty="0"/>
              <a:t> ss(row);</a:t>
            </a:r>
          </a:p>
          <a:p>
            <a:r>
              <a:rPr lang="en-IN" dirty="0"/>
              <a:t>        string </a:t>
            </a:r>
            <a:r>
              <a:rPr lang="en-IN" dirty="0" err="1"/>
              <a:t>requestId</a:t>
            </a:r>
            <a:r>
              <a:rPr lang="en-IN" dirty="0"/>
              <a:t>, </a:t>
            </a:r>
            <a:r>
              <a:rPr lang="en-IN" dirty="0" err="1"/>
              <a:t>productId</a:t>
            </a:r>
            <a:r>
              <a:rPr lang="en-IN" dirty="0"/>
              <a:t>, name, brand, category, model, price, variant, qty, date, status;</a:t>
            </a:r>
          </a:p>
          <a:p>
            <a:endParaRPr lang="en-IN" dirty="0"/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requestId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</a:t>
            </a:r>
            <a:r>
              <a:rPr lang="en-IN" dirty="0" err="1"/>
              <a:t>productId</a:t>
            </a:r>
            <a:r>
              <a:rPr lang="en-IN" dirty="0"/>
              <a:t>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name,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brand,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category,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model,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price, ',');     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variant, ','); </a:t>
            </a:r>
          </a:p>
        </p:txBody>
      </p:sp>
    </p:spTree>
    <p:extLst>
      <p:ext uri="{BB962C8B-B14F-4D97-AF65-F5344CB8AC3E}">
        <p14:creationId xmlns:p14="http://schemas.microsoft.com/office/powerpoint/2010/main" val="26465819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2BCAB1-0066-E77F-06B5-9E51FC815A73}"/>
              </a:ext>
            </a:extLst>
          </p:cNvPr>
          <p:cNvSpPr txBox="1"/>
          <p:nvPr/>
        </p:nvSpPr>
        <p:spPr>
          <a:xfrm>
            <a:off x="681086" y="295409"/>
            <a:ext cx="1111184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getline</a:t>
            </a:r>
            <a:r>
              <a:rPr lang="en-IN" dirty="0"/>
              <a:t>(ss, qty,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date, ',');</a:t>
            </a:r>
          </a:p>
          <a:p>
            <a:r>
              <a:rPr lang="en-IN" dirty="0"/>
              <a:t>        </a:t>
            </a:r>
            <a:r>
              <a:rPr lang="en-IN" dirty="0" err="1"/>
              <a:t>getline</a:t>
            </a:r>
            <a:r>
              <a:rPr lang="en-IN" dirty="0"/>
              <a:t>(ss, status, ',');</a:t>
            </a:r>
          </a:p>
          <a:p>
            <a:endParaRPr lang="en-IN" dirty="0"/>
          </a:p>
          <a:p>
            <a:r>
              <a:rPr lang="en-IN" dirty="0"/>
              <a:t>        if (status == "Supplied") {</a:t>
            </a:r>
          </a:p>
          <a:p>
            <a:r>
              <a:rPr lang="en-IN" dirty="0"/>
              <a:t>            for (char </a:t>
            </a:r>
            <a:r>
              <a:rPr lang="en-IN" dirty="0" err="1"/>
              <a:t>ch</a:t>
            </a:r>
            <a:r>
              <a:rPr lang="en-IN" dirty="0"/>
              <a:t> : row) {</a:t>
            </a:r>
          </a:p>
          <a:p>
            <a:r>
              <a:rPr lang="en-IN" dirty="0"/>
              <a:t>                if (</a:t>
            </a:r>
            <a:r>
              <a:rPr lang="en-IN" dirty="0" err="1"/>
              <a:t>ch</a:t>
            </a:r>
            <a:r>
              <a:rPr lang="en-IN" dirty="0"/>
              <a:t> == ',') </a:t>
            </a:r>
            <a:r>
              <a:rPr lang="en-IN" dirty="0" err="1"/>
              <a:t>cout</a:t>
            </a:r>
            <a:r>
              <a:rPr lang="en-IN" dirty="0"/>
              <a:t> &lt;&lt; "\t\t";</a:t>
            </a:r>
          </a:p>
          <a:p>
            <a:r>
              <a:rPr lang="en-IN" dirty="0"/>
              <a:t>                else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ch</a:t>
            </a:r>
            <a:r>
              <a:rPr lang="en-IN" dirty="0"/>
              <a:t>;</a:t>
            </a:r>
          </a:p>
          <a:p>
            <a:r>
              <a:rPr lang="en-IN" dirty="0"/>
              <a:t>            }</a:t>
            </a:r>
          </a:p>
          <a:p>
            <a:r>
              <a:rPr lang="en-IN" dirty="0"/>
              <a:t>            found = true;</a:t>
            </a:r>
          </a:p>
          <a:p>
            <a:r>
              <a:rPr lang="en-IN" dirty="0"/>
              <a:t>            </a:t>
            </a:r>
            <a:r>
              <a:rPr lang="en-IN" dirty="0" err="1"/>
              <a:t>cout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    </a:t>
            </a:r>
          </a:p>
          <a:p>
            <a:r>
              <a:rPr lang="en-IN" dirty="0"/>
              <a:t>    if(!found) </a:t>
            </a:r>
            <a:r>
              <a:rPr lang="en-IN" dirty="0" err="1"/>
              <a:t>cout</a:t>
            </a:r>
            <a:r>
              <a:rPr lang="en-IN" dirty="0"/>
              <a:t>&lt;&lt; 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setw</a:t>
            </a:r>
            <a:r>
              <a:rPr lang="en-IN" dirty="0"/>
              <a:t>(115) &lt;&lt; "|| NO REQUEST IS CREATED YET ||" &lt;&lt;</a:t>
            </a:r>
            <a:r>
              <a:rPr lang="en-IN" dirty="0" err="1"/>
              <a:t>endl</a:t>
            </a:r>
            <a:r>
              <a:rPr lang="en-IN" dirty="0"/>
              <a:t> &lt;&lt; </a:t>
            </a:r>
            <a:r>
              <a:rPr lang="en-IN" dirty="0" err="1"/>
              <a:t>endl</a:t>
            </a:r>
            <a:r>
              <a:rPr lang="en-IN" dirty="0"/>
              <a:t>;</a:t>
            </a:r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6170353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27370A-6721-F1B5-732C-6D6744009ACA}"/>
              </a:ext>
            </a:extLst>
          </p:cNvPr>
          <p:cNvSpPr txBox="1"/>
          <p:nvPr/>
        </p:nvSpPr>
        <p:spPr>
          <a:xfrm>
            <a:off x="266232" y="322382"/>
            <a:ext cx="3881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1.4.4 Product </a:t>
            </a:r>
            <a:r>
              <a:rPr lang="en-US" dirty="0" err="1">
                <a:latin typeface="Adobe Arabic" panose="02040503050201020203" pitchFamily="18" charset="-78"/>
                <a:cs typeface="Adobe Arabic" panose="02040503050201020203" pitchFamily="18" charset="-78"/>
              </a:rPr>
              <a:t>Managment</a:t>
            </a: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A8297-EAE8-2B19-82D3-F950E2DB9364}"/>
              </a:ext>
            </a:extLst>
          </p:cNvPr>
          <p:cNvSpPr txBox="1"/>
          <p:nvPr/>
        </p:nvSpPr>
        <p:spPr>
          <a:xfrm>
            <a:off x="1446153" y="898989"/>
            <a:ext cx="67268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1.4.4.1   Add Product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as 1.3.1 ( Role base Select File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C9AA29-ABDC-0773-A095-B355A60C169C}"/>
              </a:ext>
            </a:extLst>
          </p:cNvPr>
          <p:cNvSpPr txBox="1"/>
          <p:nvPr/>
        </p:nvSpPr>
        <p:spPr>
          <a:xfrm>
            <a:off x="1446152" y="1798761"/>
            <a:ext cx="67268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1.4.4.2   Edit Product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as 1.3.2 ( Role base Select File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224347-73F5-C271-E4B1-F475E21056CD}"/>
              </a:ext>
            </a:extLst>
          </p:cNvPr>
          <p:cNvSpPr txBox="1"/>
          <p:nvPr/>
        </p:nvSpPr>
        <p:spPr>
          <a:xfrm>
            <a:off x="1446151" y="2702543"/>
            <a:ext cx="67268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1.4.4.3  Delete Product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as 1.3.3 ( Role base Select File 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802C7D-30E0-3889-60A2-6276EB0CDC02}"/>
              </a:ext>
            </a:extLst>
          </p:cNvPr>
          <p:cNvSpPr txBox="1"/>
          <p:nvPr/>
        </p:nvSpPr>
        <p:spPr>
          <a:xfrm>
            <a:off x="1446151" y="3532591"/>
            <a:ext cx="67268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1.4.4.4   View Product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as 1.3.4 ( Role base Select File )</a:t>
            </a:r>
          </a:p>
        </p:txBody>
      </p:sp>
    </p:spTree>
    <p:extLst>
      <p:ext uri="{BB962C8B-B14F-4D97-AF65-F5344CB8AC3E}">
        <p14:creationId xmlns:p14="http://schemas.microsoft.com/office/powerpoint/2010/main" val="6184543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101A41-90CA-7770-BD6B-2F0C201AD494}"/>
              </a:ext>
            </a:extLst>
          </p:cNvPr>
          <p:cNvSpPr txBox="1"/>
          <p:nvPr/>
        </p:nvSpPr>
        <p:spPr>
          <a:xfrm>
            <a:off x="304800" y="326612"/>
            <a:ext cx="37657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SCREENSHOT</a:t>
            </a:r>
            <a:endParaRPr lang="en-IN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268C3B-4841-4FE8-2C26-E7F443B82CE2}"/>
              </a:ext>
            </a:extLst>
          </p:cNvPr>
          <p:cNvSpPr txBox="1"/>
          <p:nvPr/>
        </p:nvSpPr>
        <p:spPr>
          <a:xfrm>
            <a:off x="304800" y="849832"/>
            <a:ext cx="29693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1.1  : Login Role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72F4B5-0696-80BB-3244-B54BF5C96A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56" y="1741260"/>
            <a:ext cx="11425287" cy="263280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59105728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580B9E-8505-7D44-BE96-4508668B52EF}"/>
              </a:ext>
            </a:extLst>
          </p:cNvPr>
          <p:cNvSpPr txBox="1"/>
          <p:nvPr/>
        </p:nvSpPr>
        <p:spPr>
          <a:xfrm>
            <a:off x="248239" y="340785"/>
            <a:ext cx="27589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1.2  Admin Menu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5C070C-F5F2-AEA4-668A-9017E98A0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634" y="987116"/>
            <a:ext cx="10440732" cy="195385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FF6B6D-85ED-4C43-CEC0-C077E86737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634" y="3587300"/>
            <a:ext cx="10779760" cy="21809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36159422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1A391D-20AD-0613-4F6D-5F5BE25BF893}"/>
              </a:ext>
            </a:extLst>
          </p:cNvPr>
          <p:cNvSpPr txBox="1"/>
          <p:nvPr/>
        </p:nvSpPr>
        <p:spPr>
          <a:xfrm>
            <a:off x="248239" y="340785"/>
            <a:ext cx="36846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1.3 Product Management 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E070C8-A13D-0643-762A-8B8364DC923F}"/>
              </a:ext>
            </a:extLst>
          </p:cNvPr>
          <p:cNvSpPr txBox="1"/>
          <p:nvPr/>
        </p:nvSpPr>
        <p:spPr>
          <a:xfrm>
            <a:off x="695278" y="1009032"/>
            <a:ext cx="30334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1.3.1  Add Product 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1C47BE-38FE-3373-D6F5-48F6F6335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20" y="1537053"/>
            <a:ext cx="11490960" cy="291516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3126632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CE828F-4448-DF3C-8096-E5851B32F05F}"/>
              </a:ext>
            </a:extLst>
          </p:cNvPr>
          <p:cNvSpPr txBox="1"/>
          <p:nvPr/>
        </p:nvSpPr>
        <p:spPr>
          <a:xfrm>
            <a:off x="553038" y="511192"/>
            <a:ext cx="30334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1.3.2  Edit Product 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7CECB6-46F7-F9B5-4360-AE8D2541AF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38" y="1023237"/>
            <a:ext cx="11419840" cy="240576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659B369-1A01-2F6A-98F9-A6E8A5697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020" y="3860800"/>
            <a:ext cx="11256498" cy="277850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35226982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FB5990-524E-3E06-643E-DF61BBD50BC3}"/>
              </a:ext>
            </a:extLst>
          </p:cNvPr>
          <p:cNvSpPr txBox="1"/>
          <p:nvPr/>
        </p:nvSpPr>
        <p:spPr>
          <a:xfrm>
            <a:off x="635000" y="3340277"/>
            <a:ext cx="30334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1.3.4  View Product 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9AEAC2-B685-B358-5CF9-6DA42CF958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20" y="1026677"/>
            <a:ext cx="11816080" cy="16630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42A1D5-7B56-C434-F193-F63C44FD57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3986608"/>
            <a:ext cx="10922000" cy="26598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390257-5501-3387-5DC5-0CDE65FEF7DF}"/>
              </a:ext>
            </a:extLst>
          </p:cNvPr>
          <p:cNvSpPr txBox="1"/>
          <p:nvPr/>
        </p:nvSpPr>
        <p:spPr>
          <a:xfrm>
            <a:off x="705438" y="663592"/>
            <a:ext cx="30334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1.3.3  Delete Product 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436521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8C30EA-F9E4-F4BA-D507-C72B58BD21D5}"/>
              </a:ext>
            </a:extLst>
          </p:cNvPr>
          <p:cNvSpPr txBox="1"/>
          <p:nvPr/>
        </p:nvSpPr>
        <p:spPr>
          <a:xfrm>
            <a:off x="553038" y="511192"/>
            <a:ext cx="36846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1.4  Stock Management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D7C2F3-F2B6-9142-52B0-3B7CE29820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60" y="1005124"/>
            <a:ext cx="11511280" cy="21040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4D5644-C932-9E9C-D5AC-C6ADED523CEA}"/>
              </a:ext>
            </a:extLst>
          </p:cNvPr>
          <p:cNvSpPr txBox="1"/>
          <p:nvPr/>
        </p:nvSpPr>
        <p:spPr>
          <a:xfrm>
            <a:off x="451438" y="3279906"/>
            <a:ext cx="30334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1.4.1  view Stock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BEB897-703E-9B18-D663-7E377A39C6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" y="4009277"/>
            <a:ext cx="11601987" cy="233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42546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601FA7-E61A-CDCA-B166-020222998144}"/>
              </a:ext>
            </a:extLst>
          </p:cNvPr>
          <p:cNvSpPr txBox="1"/>
          <p:nvPr/>
        </p:nvSpPr>
        <p:spPr>
          <a:xfrm>
            <a:off x="471758" y="936674"/>
            <a:ext cx="45980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1.4.3  Request to supplier For product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59F82E-617B-B00A-7D5E-EE6623A94C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78" y="2483517"/>
            <a:ext cx="11793368" cy="3114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382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124A43-2940-92A9-9337-FB5760582DA4}"/>
              </a:ext>
            </a:extLst>
          </p:cNvPr>
          <p:cNvSpPr txBox="1"/>
          <p:nvPr/>
        </p:nvSpPr>
        <p:spPr>
          <a:xfrm>
            <a:off x="319358" y="428674"/>
            <a:ext cx="45980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1.4.2  View Product Response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93E796-92FE-0578-BA3A-80A15FB0A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99" y="1356703"/>
            <a:ext cx="11703602" cy="224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12708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0424E8-D762-C9DE-E4D3-81F56502BA19}"/>
              </a:ext>
            </a:extLst>
          </p:cNvPr>
          <p:cNvSpPr txBox="1"/>
          <p:nvPr/>
        </p:nvSpPr>
        <p:spPr>
          <a:xfrm>
            <a:off x="545500" y="703977"/>
            <a:ext cx="45980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1.5 Supplier Management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E2A28E-8785-EFC7-2EB0-C98C2CEA2B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619" y="2359049"/>
            <a:ext cx="11910656" cy="213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2622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15CC1D-C82A-79FA-3BE6-DBFFFAEE6B8C}"/>
              </a:ext>
            </a:extLst>
          </p:cNvPr>
          <p:cNvSpPr txBox="1"/>
          <p:nvPr/>
        </p:nvSpPr>
        <p:spPr>
          <a:xfrm>
            <a:off x="0" y="64159"/>
            <a:ext cx="45980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1.5.1 Add Supplier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00927F-0B0D-D902-9524-E0CF263AF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358" y="465274"/>
            <a:ext cx="11825641" cy="233879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E24F07-CFAE-CED4-8704-5E6C1E854217}"/>
              </a:ext>
            </a:extLst>
          </p:cNvPr>
          <p:cNvSpPr txBox="1"/>
          <p:nvPr/>
        </p:nvSpPr>
        <p:spPr>
          <a:xfrm>
            <a:off x="0" y="2804067"/>
            <a:ext cx="45980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1.5.2 Edit Supplier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01A2A6-6B9E-59F7-E380-E53EE502A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15" y="3283841"/>
            <a:ext cx="11841570" cy="3372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68137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5BA8AF-12CC-30B2-5940-184DDE0AD34A}"/>
              </a:ext>
            </a:extLst>
          </p:cNvPr>
          <p:cNvSpPr txBox="1"/>
          <p:nvPr/>
        </p:nvSpPr>
        <p:spPr>
          <a:xfrm>
            <a:off x="117987" y="139525"/>
            <a:ext cx="45980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1.5.3 Edit Update </a:t>
            </a:r>
            <a:r>
              <a:rPr lang="en-US" dirty="0" err="1">
                <a:latin typeface="Adobe Arabic" panose="02040503050201020203" pitchFamily="18" charset="-78"/>
                <a:cs typeface="Adobe Arabic" panose="02040503050201020203" pitchFamily="18" charset="-78"/>
              </a:rPr>
              <a:t>Cridential</a:t>
            </a: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84FC3E-36E7-485E-7E04-8264C349AA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06" y="903854"/>
            <a:ext cx="11090787" cy="3109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18570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FC7BD5-A6F4-F001-1D42-62C44DBC4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095" y="483146"/>
            <a:ext cx="11561810" cy="33121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6412F1-AA4B-C1E1-B0E4-AEC8FA1EF3EF}"/>
              </a:ext>
            </a:extLst>
          </p:cNvPr>
          <p:cNvSpPr txBox="1"/>
          <p:nvPr/>
        </p:nvSpPr>
        <p:spPr>
          <a:xfrm>
            <a:off x="0" y="90364"/>
            <a:ext cx="45980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1.5.4 Edit Status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EF1056-B85A-8157-1E98-2A0329AFE8B7}"/>
              </a:ext>
            </a:extLst>
          </p:cNvPr>
          <p:cNvSpPr txBox="1"/>
          <p:nvPr/>
        </p:nvSpPr>
        <p:spPr>
          <a:xfrm>
            <a:off x="0" y="3795250"/>
            <a:ext cx="45980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1.5.5 View Supplier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F93CA0-CA78-9448-C0E0-117F020919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290" y="4188032"/>
            <a:ext cx="11248103" cy="2459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6207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2A43FD-F8DB-8B9D-48D9-19D4443D43AE}"/>
              </a:ext>
            </a:extLst>
          </p:cNvPr>
          <p:cNvSpPr txBox="1"/>
          <p:nvPr/>
        </p:nvSpPr>
        <p:spPr>
          <a:xfrm>
            <a:off x="501445" y="1185584"/>
            <a:ext cx="45980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1.7  Reports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BE1BE7-4469-5F29-F7DA-43B795D7E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710" y="2113450"/>
            <a:ext cx="11749548" cy="3558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5342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A9FA06-01A3-C08D-80D9-BC7B70257CE5}"/>
              </a:ext>
            </a:extLst>
          </p:cNvPr>
          <p:cNvSpPr txBox="1"/>
          <p:nvPr/>
        </p:nvSpPr>
        <p:spPr>
          <a:xfrm>
            <a:off x="393290" y="467830"/>
            <a:ext cx="27530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1.7.1 View Stock 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3EAE24-13A3-2F37-5E43-C8E61ADC17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04" y="1247955"/>
            <a:ext cx="11631191" cy="236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44111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E1E142-B37D-6BB9-DB6A-70FC5353F1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2" y="1094333"/>
            <a:ext cx="11535691" cy="15898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2EF214-E7A1-FA2D-605B-F4622AF8A1FC}"/>
              </a:ext>
            </a:extLst>
          </p:cNvPr>
          <p:cNvSpPr txBox="1"/>
          <p:nvPr/>
        </p:nvSpPr>
        <p:spPr>
          <a:xfrm>
            <a:off x="328154" y="330179"/>
            <a:ext cx="26215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 2.1 Staff Role : </a:t>
            </a:r>
            <a:endParaRPr lang="en-US" sz="1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9A2C6E-73CF-7836-7813-19A2393FF9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154" y="2802030"/>
            <a:ext cx="11179278" cy="38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34794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8D8CF-E69E-B5A4-DA4E-A6F0B2D51878}"/>
              </a:ext>
            </a:extLst>
          </p:cNvPr>
          <p:cNvSpPr txBox="1"/>
          <p:nvPr/>
        </p:nvSpPr>
        <p:spPr>
          <a:xfrm>
            <a:off x="328154" y="572485"/>
            <a:ext cx="39095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2.1.1 View Product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Same as Figure 1.3.4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DEDE0-7B21-ED16-BC04-38100505D914}"/>
              </a:ext>
            </a:extLst>
          </p:cNvPr>
          <p:cNvSpPr txBox="1"/>
          <p:nvPr/>
        </p:nvSpPr>
        <p:spPr>
          <a:xfrm>
            <a:off x="328153" y="1804116"/>
            <a:ext cx="33589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2.1.2 Sell Product :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E41D3E-C2C7-042B-0E05-80B80553C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446" y="2812886"/>
            <a:ext cx="11351905" cy="347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6247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EE8799-C6AC-98EF-F0F0-CFD2A6670265}"/>
              </a:ext>
            </a:extLst>
          </p:cNvPr>
          <p:cNvSpPr txBox="1"/>
          <p:nvPr/>
        </p:nvSpPr>
        <p:spPr>
          <a:xfrm>
            <a:off x="229831" y="368607"/>
            <a:ext cx="46764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2.1.3  View Status Of selling Product :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FB7CA5-920C-4D10-7187-19C5944644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810" y="1236162"/>
            <a:ext cx="11570380" cy="293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49930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E3C57-6325-6FF5-D344-8F53F5937343}"/>
              </a:ext>
            </a:extLst>
          </p:cNvPr>
          <p:cNvSpPr txBox="1"/>
          <p:nvPr/>
        </p:nvSpPr>
        <p:spPr>
          <a:xfrm>
            <a:off x="471948" y="909484"/>
            <a:ext cx="46764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3.1  Manager Menu :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61443C-9FF5-5050-DB57-11B4DC790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48" y="1941812"/>
            <a:ext cx="10979408" cy="400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87613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F106A-CE65-CE17-103E-D16DE0FC683A}"/>
              </a:ext>
            </a:extLst>
          </p:cNvPr>
          <p:cNvSpPr txBox="1"/>
          <p:nvPr/>
        </p:nvSpPr>
        <p:spPr>
          <a:xfrm>
            <a:off x="265470" y="388374"/>
            <a:ext cx="4676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3.1.1 :  View Product 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Same as </a:t>
            </a:r>
            <a:r>
              <a:rPr lang="en-US" dirty="0" err="1">
                <a:latin typeface="Adobe Arabic" panose="02040503050201020203" pitchFamily="18" charset="-78"/>
                <a:cs typeface="Adobe Arabic" panose="02040503050201020203" pitchFamily="18" charset="-78"/>
              </a:rPr>
              <a:t>Figuer</a:t>
            </a: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 1.3.4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A37CC2-1A60-BE07-1D56-E0C3CC2E2A98}"/>
              </a:ext>
            </a:extLst>
          </p:cNvPr>
          <p:cNvSpPr txBox="1"/>
          <p:nvPr/>
        </p:nvSpPr>
        <p:spPr>
          <a:xfrm>
            <a:off x="265470" y="1311704"/>
            <a:ext cx="4676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3.1.2  : Sales Request  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72236-C5D9-3438-1898-18AEE6274D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136" y="1803642"/>
            <a:ext cx="11603727" cy="4665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6120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43031A-6994-C306-7614-A84CD370657D}"/>
              </a:ext>
            </a:extLst>
          </p:cNvPr>
          <p:cNvSpPr txBox="1"/>
          <p:nvPr/>
        </p:nvSpPr>
        <p:spPr>
          <a:xfrm>
            <a:off x="280220" y="4094232"/>
            <a:ext cx="46764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3.1.3  : Request To Supplier 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Same as figure 1.4.3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5C6EA4-2F62-3876-C616-8BCAE79DEF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620" y="763270"/>
            <a:ext cx="11169445" cy="3002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464981-65B8-9470-86A8-640A83F799E3}"/>
              </a:ext>
            </a:extLst>
          </p:cNvPr>
          <p:cNvSpPr txBox="1"/>
          <p:nvPr/>
        </p:nvSpPr>
        <p:spPr>
          <a:xfrm>
            <a:off x="280220" y="382555"/>
            <a:ext cx="4676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3.1.3  : View Sales Report  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40A582-A16F-4906-2F72-6939CE968C48}"/>
              </a:ext>
            </a:extLst>
          </p:cNvPr>
          <p:cNvSpPr txBox="1"/>
          <p:nvPr/>
        </p:nvSpPr>
        <p:spPr>
          <a:xfrm>
            <a:off x="280220" y="5170865"/>
            <a:ext cx="46764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3.1.4  : Response of Supplier Product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Same as figure 1.4.2 </a:t>
            </a:r>
          </a:p>
        </p:txBody>
      </p:sp>
    </p:spTree>
    <p:extLst>
      <p:ext uri="{BB962C8B-B14F-4D97-AF65-F5344CB8AC3E}">
        <p14:creationId xmlns:p14="http://schemas.microsoft.com/office/powerpoint/2010/main" val="206155045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CA5C1F-6E89-C965-C3D4-966D9A78CA2E}"/>
              </a:ext>
            </a:extLst>
          </p:cNvPr>
          <p:cNvSpPr txBox="1"/>
          <p:nvPr/>
        </p:nvSpPr>
        <p:spPr>
          <a:xfrm>
            <a:off x="477392" y="648026"/>
            <a:ext cx="4676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4.1  : Supplier Menu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E403C9-7BC4-E8B2-3C31-4E03C4FEC2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392" y="1545882"/>
            <a:ext cx="11237216" cy="477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94009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6F9162-BBD3-82D9-8EB6-2F7A23D1A059}"/>
              </a:ext>
            </a:extLst>
          </p:cNvPr>
          <p:cNvSpPr txBox="1"/>
          <p:nvPr/>
        </p:nvSpPr>
        <p:spPr>
          <a:xfrm>
            <a:off x="477392" y="648026"/>
            <a:ext cx="4676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4.1.1  : View Request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0A9EAB-7D43-6F64-D6BF-06D3546404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284" y="1443075"/>
            <a:ext cx="11287432" cy="2493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33359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76C21B-EA31-2B33-DDA6-FDF77A6BCE50}"/>
              </a:ext>
            </a:extLst>
          </p:cNvPr>
          <p:cNvSpPr txBox="1"/>
          <p:nvPr/>
        </p:nvSpPr>
        <p:spPr>
          <a:xfrm>
            <a:off x="477392" y="1351936"/>
            <a:ext cx="4676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4.1.2  : Supply Product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B30AB6-826B-2789-F3BA-16E336214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392" y="2418015"/>
            <a:ext cx="11340800" cy="3088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05625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83951D-F825-0EC0-5C41-B5E28D5676D4}"/>
              </a:ext>
            </a:extLst>
          </p:cNvPr>
          <p:cNvSpPr txBox="1"/>
          <p:nvPr/>
        </p:nvSpPr>
        <p:spPr>
          <a:xfrm>
            <a:off x="295495" y="3956890"/>
            <a:ext cx="4676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4.1.4  : Product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2A6AE6-A7A5-8D86-B94B-AAEB06EFC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495" y="1014491"/>
            <a:ext cx="10972800" cy="26824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96C413-3277-F6E3-9C83-B8C1BF47FC3B}"/>
              </a:ext>
            </a:extLst>
          </p:cNvPr>
          <p:cNvSpPr txBox="1"/>
          <p:nvPr/>
        </p:nvSpPr>
        <p:spPr>
          <a:xfrm>
            <a:off x="295495" y="324464"/>
            <a:ext cx="4676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4.1.3  : View Supply History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13C128-B891-8085-5C9F-E06469F68DD1}"/>
              </a:ext>
            </a:extLst>
          </p:cNvPr>
          <p:cNvSpPr txBox="1"/>
          <p:nvPr/>
        </p:nvSpPr>
        <p:spPr>
          <a:xfrm>
            <a:off x="905095" y="4401458"/>
            <a:ext cx="66165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4.1.4.1  :  Add Product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Same as figure 1.3.1 ( Supplier_Products.txt 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7AE1E3-CF95-BAA8-C4A3-CA93A00F1AFC}"/>
              </a:ext>
            </a:extLst>
          </p:cNvPr>
          <p:cNvSpPr txBox="1"/>
          <p:nvPr/>
        </p:nvSpPr>
        <p:spPr>
          <a:xfrm>
            <a:off x="905095" y="5429093"/>
            <a:ext cx="66165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4.1.4.2  :  Edit Product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Same as figure 1.3.2 ( Supplier_Products.txt )</a:t>
            </a:r>
          </a:p>
        </p:txBody>
      </p:sp>
    </p:spTree>
    <p:extLst>
      <p:ext uri="{BB962C8B-B14F-4D97-AF65-F5344CB8AC3E}">
        <p14:creationId xmlns:p14="http://schemas.microsoft.com/office/powerpoint/2010/main" val="338124781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A4124E-D194-FC5B-2CE1-5143D97CB709}"/>
              </a:ext>
            </a:extLst>
          </p:cNvPr>
          <p:cNvSpPr txBox="1"/>
          <p:nvPr/>
        </p:nvSpPr>
        <p:spPr>
          <a:xfrm>
            <a:off x="728115" y="842181"/>
            <a:ext cx="66165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4.1.4.3  :  Delete Product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Same as figure 1.3.3 ( Supplier_Products.txt 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B6933A-D165-A3A1-454D-9DF925EE29FF}"/>
              </a:ext>
            </a:extLst>
          </p:cNvPr>
          <p:cNvSpPr txBox="1"/>
          <p:nvPr/>
        </p:nvSpPr>
        <p:spPr>
          <a:xfrm>
            <a:off x="728115" y="2228528"/>
            <a:ext cx="66165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Figure 4.1.4.4  :  View Product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dobe Arabic" panose="02040503050201020203" pitchFamily="18" charset="-78"/>
                <a:cs typeface="Adobe Arabic" panose="02040503050201020203" pitchFamily="18" charset="-78"/>
              </a:rPr>
              <a:t>Same as figure 1.3.4 ( Supplier_Products.txt )</a:t>
            </a:r>
          </a:p>
        </p:txBody>
      </p:sp>
    </p:spTree>
    <p:extLst>
      <p:ext uri="{BB962C8B-B14F-4D97-AF65-F5344CB8AC3E}">
        <p14:creationId xmlns:p14="http://schemas.microsoft.com/office/powerpoint/2010/main" val="322224155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D9DAD90-2054-2E55-EC74-CF508BBBA3EB}"/>
              </a:ext>
            </a:extLst>
          </p:cNvPr>
          <p:cNvSpPr txBox="1"/>
          <p:nvPr/>
        </p:nvSpPr>
        <p:spPr>
          <a:xfrm>
            <a:off x="1745225" y="2448231"/>
            <a:ext cx="870154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Car Inventory Management System ensures efficient handling of inventory, suppliers, and staff operations. By automating these processes, the system improves accuracy, reduces manual effort, and supports better decision-making through detailed reports.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8E883EBF-DEB5-92DB-78E5-3B08766EFA4C}"/>
              </a:ext>
            </a:extLst>
          </p:cNvPr>
          <p:cNvSpPr txBox="1">
            <a:spLocks/>
          </p:cNvSpPr>
          <p:nvPr/>
        </p:nvSpPr>
        <p:spPr>
          <a:xfrm>
            <a:off x="462351" y="654207"/>
            <a:ext cx="3460719" cy="859055"/>
          </a:xfrm>
          <a:prstGeom prst="rect">
            <a:avLst/>
          </a:prstGeom>
        </p:spPr>
        <p:txBody>
          <a:bodyPr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140312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E2BF1709-DA49-D873-1DA3-67F7DF416AE6}"/>
              </a:ext>
            </a:extLst>
          </p:cNvPr>
          <p:cNvSpPr txBox="1">
            <a:spLocks/>
          </p:cNvSpPr>
          <p:nvPr/>
        </p:nvSpPr>
        <p:spPr>
          <a:xfrm>
            <a:off x="1229268" y="2394516"/>
            <a:ext cx="10215481" cy="1862851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Visiting Car Inventory Management System</a:t>
            </a:r>
            <a:endParaRPr lang="en-IN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575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337</TotalTime>
  <Words>13932</Words>
  <Application>Microsoft Office PowerPoint</Application>
  <PresentationFormat>Widescreen</PresentationFormat>
  <Paragraphs>1684</Paragraphs>
  <Slides>111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8" baseType="lpstr">
      <vt:lpstr>Adobe Arabic</vt:lpstr>
      <vt:lpstr>Arial</vt:lpstr>
      <vt:lpstr>Calibri</vt:lpstr>
      <vt:lpstr>Calibri Light</vt:lpstr>
      <vt:lpstr>Times New Roman</vt:lpstr>
      <vt:lpstr>Wingdings 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Tushit Maisuriya</dc:creator>
  <cp:lastModifiedBy>Tushit Maisuriya</cp:lastModifiedBy>
  <cp:revision>164</cp:revision>
  <dcterms:created xsi:type="dcterms:W3CDTF">2025-10-02T17:25:47Z</dcterms:created>
  <dcterms:modified xsi:type="dcterms:W3CDTF">2025-12-31T15:13:07Z</dcterms:modified>
</cp:coreProperties>
</file>